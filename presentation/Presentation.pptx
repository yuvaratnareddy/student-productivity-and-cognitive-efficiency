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2" r:id="rId9"/>
    <p:sldId id="261" r:id="rId10"/>
    <p:sldId id="262" r:id="rId11"/>
    <p:sldId id="265" r:id="rId12"/>
    <p:sldId id="266" r:id="rId13"/>
    <p:sldId id="267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ttoor Yuvaratna Reddy" userId="5b861dd5df42f784" providerId="LiveId" clId="{46B42AFA-C87C-44E6-944C-122E9CB4457F}"/>
    <pc:docChg chg="undo custSel modSld">
      <pc:chgData name="Puttoor Yuvaratna Reddy" userId="5b861dd5df42f784" providerId="LiveId" clId="{46B42AFA-C87C-44E6-944C-122E9CB4457F}" dt="2026-03-20T04:17:42.926" v="13" actId="26606"/>
      <pc:docMkLst>
        <pc:docMk/>
      </pc:docMkLst>
      <pc:sldChg chg="addSp delSp modSp mod">
        <pc:chgData name="Puttoor Yuvaratna Reddy" userId="5b861dd5df42f784" providerId="LiveId" clId="{46B42AFA-C87C-44E6-944C-122E9CB4457F}" dt="2026-03-20T04:17:42.926" v="13" actId="26606"/>
        <pc:sldMkLst>
          <pc:docMk/>
          <pc:sldMk cId="3444659487" sldId="258"/>
        </pc:sldMkLst>
        <pc:spChg chg="mod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2" creationId="{E34D95D4-F590-BCDF-3F41-B3B88BFA32A9}"/>
          </ac:spMkLst>
        </pc:spChg>
        <pc:spChg chg="mod ord">
          <ac:chgData name="Puttoor Yuvaratna Reddy" userId="5b861dd5df42f784" providerId="LiveId" clId="{46B42AFA-C87C-44E6-944C-122E9CB4457F}" dt="2026-03-20T04:17:42.899" v="12" actId="26606"/>
          <ac:spMkLst>
            <pc:docMk/>
            <pc:sldMk cId="3444659487" sldId="258"/>
            <ac:spMk id="3" creationId="{A7E6F9D8-9980-69FB-B597-7CBD63275E53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494" creationId="{A4798C7F-C8CA-4799-BF37-3AB4642CDB66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13" creationId="{216BB147-20D5-4D93-BDA5-1BC614D6A4B2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15" creationId="{0A253F60-DE40-4508-A37A-61331DF1DD5D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17" creationId="{3BBF3378-C49E-4B97-A883-6393FBF18C0B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50" creationId="{EB68BB96-3C54-47CE-A559-16FC5968EE9F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83" creationId="{1C582B07-D0F0-4B6B-A5D9-D2F192CB3A4E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85" creationId="{7EE60796-BC52-4154-A3A9-773DE8285501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87" creationId="{DA1A4301-6FFC-4C82-A1FA-7634D8CAA8F5}"/>
          </ac:spMkLst>
        </pc:spChg>
        <pc:spChg chg="add del">
          <ac:chgData name="Puttoor Yuvaratna Reddy" userId="5b861dd5df42f784" providerId="LiveId" clId="{46B42AFA-C87C-44E6-944C-122E9CB4457F}" dt="2026-03-20T04:17:05.765" v="4" actId="26606"/>
          <ac:spMkLst>
            <pc:docMk/>
            <pc:sldMk cId="3444659487" sldId="258"/>
            <ac:spMk id="589" creationId="{BFEC1042-3FDC-47A3-BCD7-CA9D052F987E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625" creationId="{A4798C7F-C8CA-4799-BF37-3AB4642CDB66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641" creationId="{216BB147-20D5-4D93-BDA5-1BC614D6A4B2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643" creationId="{0A253F60-DE40-4508-A37A-61331DF1DD5D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645" creationId="{3BBF3378-C49E-4B97-A883-6393FBF18C0B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678" creationId="{EB68BB96-3C54-47CE-A559-16FC5968EE9F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11" creationId="{1C582B07-D0F0-4B6B-A5D9-D2F192CB3A4E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13" creationId="{7EE60796-BC52-4154-A3A9-773DE8285501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15" creationId="{DA1A4301-6FFC-4C82-A1FA-7634D8CAA8F5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17" creationId="{BFEC1042-3FDC-47A3-BCD7-CA9D052F987E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53" creationId="{A4798C7F-C8CA-4799-BF37-3AB4642CDB66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69" creationId="{216BB147-20D5-4D93-BDA5-1BC614D6A4B2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71" creationId="{0A253F60-DE40-4508-A37A-61331DF1DD5D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773" creationId="{3BBF3378-C49E-4B97-A883-6393FBF18C0B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806" creationId="{EB68BB96-3C54-47CE-A559-16FC5968EE9F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839" creationId="{1C582B07-D0F0-4B6B-A5D9-D2F192CB3A4E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841" creationId="{7EE60796-BC52-4154-A3A9-773DE8285501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843" creationId="{DA1A4301-6FFC-4C82-A1FA-7634D8CAA8F5}"/>
          </ac:spMkLst>
        </pc:spChg>
        <pc:spChg chg="add del">
          <ac:chgData name="Puttoor Yuvaratna Reddy" userId="5b861dd5df42f784" providerId="LiveId" clId="{46B42AFA-C87C-44E6-944C-122E9CB4457F}" dt="2026-03-20T04:17:42.926" v="13" actId="26606"/>
          <ac:spMkLst>
            <pc:docMk/>
            <pc:sldMk cId="3444659487" sldId="258"/>
            <ac:spMk id="845" creationId="{BFEC1042-3FDC-47A3-BCD7-CA9D052F987E}"/>
          </ac:spMkLst>
        </pc:spChg>
        <pc:grpChg chg="add del">
          <ac:chgData name="Puttoor Yuvaratna Reddy" userId="5b861dd5df42f784" providerId="LiveId" clId="{46B42AFA-C87C-44E6-944C-122E9CB4457F}" dt="2026-03-20T04:17:05.765" v="4" actId="26606"/>
          <ac:grpSpMkLst>
            <pc:docMk/>
            <pc:sldMk cId="3444659487" sldId="258"/>
            <ac:grpSpMk id="496" creationId="{87F0794B-55D3-4D2D-BDE7-4688ED321E42}"/>
          </ac:grpSpMkLst>
        </pc:grpChg>
        <pc:grpChg chg="add del">
          <ac:chgData name="Puttoor Yuvaratna Reddy" userId="5b861dd5df42f784" providerId="LiveId" clId="{46B42AFA-C87C-44E6-944C-122E9CB4457F}" dt="2026-03-20T04:17:05.765" v="4" actId="26606"/>
          <ac:grpSpMkLst>
            <pc:docMk/>
            <pc:sldMk cId="3444659487" sldId="258"/>
            <ac:grpSpMk id="519" creationId="{DA3D4001-286E-4CB2-B293-3058BDDC8221}"/>
          </ac:grpSpMkLst>
        </pc:grpChg>
        <pc:grpChg chg="add del">
          <ac:chgData name="Puttoor Yuvaratna Reddy" userId="5b861dd5df42f784" providerId="LiveId" clId="{46B42AFA-C87C-44E6-944C-122E9CB4457F}" dt="2026-03-20T04:17:05.765" v="4" actId="26606"/>
          <ac:grpSpMkLst>
            <pc:docMk/>
            <pc:sldMk cId="3444659487" sldId="258"/>
            <ac:grpSpMk id="552" creationId="{BDDD9304-3AB6-4BE9-833E-9C1B3EC42182}"/>
          </ac:grpSpMkLst>
        </pc:grpChg>
        <pc:grpChg chg="add del">
          <ac:chgData name="Puttoor Yuvaratna Reddy" userId="5b861dd5df42f784" providerId="LiveId" clId="{46B42AFA-C87C-44E6-944C-122E9CB4457F}" dt="2026-03-20T04:17:05.765" v="4" actId="26606"/>
          <ac:grpSpMkLst>
            <pc:docMk/>
            <pc:sldMk cId="3444659487" sldId="258"/>
            <ac:grpSpMk id="591" creationId="{8323DD1D-77DE-48B2-A0A0-6265801531E5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627" creationId="{87F0794B-55D3-4D2D-BDE7-4688ED321E42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647" creationId="{DA3D4001-286E-4CB2-B293-3058BDDC8221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680" creationId="{BDDD9304-3AB6-4BE9-833E-9C1B3EC42182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719" creationId="{8323DD1D-77DE-48B2-A0A0-6265801531E5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755" creationId="{87F0794B-55D3-4D2D-BDE7-4688ED321E42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775" creationId="{DA3D4001-286E-4CB2-B293-3058BDDC8221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808" creationId="{BDDD9304-3AB6-4BE9-833E-9C1B3EC42182}"/>
          </ac:grpSpMkLst>
        </pc:grpChg>
        <pc:grpChg chg="add del">
          <ac:chgData name="Puttoor Yuvaratna Reddy" userId="5b861dd5df42f784" providerId="LiveId" clId="{46B42AFA-C87C-44E6-944C-122E9CB4457F}" dt="2026-03-20T04:17:42.926" v="13" actId="26606"/>
          <ac:grpSpMkLst>
            <pc:docMk/>
            <pc:sldMk cId="3444659487" sldId="258"/>
            <ac:grpSpMk id="847" creationId="{8323DD1D-77DE-48B2-A0A0-6265801531E5}"/>
          </ac:grpSpMkLst>
        </pc:grpChg>
        <pc:picChg chg="mod">
          <ac:chgData name="Puttoor Yuvaratna Reddy" userId="5b861dd5df42f784" providerId="LiveId" clId="{46B42AFA-C87C-44E6-944C-122E9CB4457F}" dt="2026-03-20T04:17:42.899" v="12" actId="26606"/>
          <ac:picMkLst>
            <pc:docMk/>
            <pc:sldMk cId="3444659487" sldId="258"/>
            <ac:picMk id="323" creationId="{B032AF29-0B45-8AD7-2399-FD9EF041888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302FD-6014-48FB-8279-95B2761831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8C8502-9BC3-4380-9301-6191574B14B5}">
      <dgm:prSet/>
      <dgm:spPr/>
      <dgm:t>
        <a:bodyPr/>
        <a:lstStyle/>
        <a:p>
          <a:r>
            <a:rPr lang="en-US"/>
            <a:t>Key Insights (EDA)</a:t>
          </a:r>
        </a:p>
      </dgm:t>
    </dgm:pt>
    <dgm:pt modelId="{11DA41AD-AAFA-46EB-9310-9271520A4D01}" type="parTrans" cxnId="{33E459C9-2B7F-4563-A7F2-519C0835AFFE}">
      <dgm:prSet/>
      <dgm:spPr/>
      <dgm:t>
        <a:bodyPr/>
        <a:lstStyle/>
        <a:p>
          <a:endParaRPr lang="en-US"/>
        </a:p>
      </dgm:t>
    </dgm:pt>
    <dgm:pt modelId="{A2891941-E02B-4A75-B0F6-E8C2A9EBC71C}" type="sibTrans" cxnId="{33E459C9-2B7F-4563-A7F2-519C0835AFFE}">
      <dgm:prSet/>
      <dgm:spPr/>
      <dgm:t>
        <a:bodyPr/>
        <a:lstStyle/>
        <a:p>
          <a:endParaRPr lang="en-US"/>
        </a:p>
      </dgm:t>
    </dgm:pt>
    <dgm:pt modelId="{0DA04D00-1453-423B-9FCF-9164853E29CB}">
      <dgm:prSet/>
      <dgm:spPr/>
      <dgm:t>
        <a:bodyPr/>
        <a:lstStyle/>
        <a:p>
          <a:r>
            <a:rPr lang="en-US" dirty="0"/>
            <a:t>- Screen time has a strong negative impact on both cognitive score and productivity  </a:t>
          </a:r>
        </a:p>
      </dgm:t>
    </dgm:pt>
    <dgm:pt modelId="{078F341B-AD61-4E2D-A98D-15ADC9D76272}" type="parTrans" cxnId="{0F79DD3B-37A3-4E13-8351-47858C80DE50}">
      <dgm:prSet/>
      <dgm:spPr/>
      <dgm:t>
        <a:bodyPr/>
        <a:lstStyle/>
        <a:p>
          <a:endParaRPr lang="en-US"/>
        </a:p>
      </dgm:t>
    </dgm:pt>
    <dgm:pt modelId="{28EB0617-4826-4C04-B3DB-42EC8A6CD152}" type="sibTrans" cxnId="{0F79DD3B-37A3-4E13-8351-47858C80DE50}">
      <dgm:prSet/>
      <dgm:spPr/>
      <dgm:t>
        <a:bodyPr/>
        <a:lstStyle/>
        <a:p>
          <a:endParaRPr lang="en-US"/>
        </a:p>
      </dgm:t>
    </dgm:pt>
    <dgm:pt modelId="{CD11A142-2362-498B-B070-4606F90ABEC6}">
      <dgm:prSet/>
      <dgm:spPr/>
      <dgm:t>
        <a:bodyPr/>
        <a:lstStyle/>
        <a:p>
          <a:r>
            <a:rPr lang="en-US"/>
            <a:t>- Social media usage negatively affects productivity and increases variability  </a:t>
          </a:r>
        </a:p>
      </dgm:t>
    </dgm:pt>
    <dgm:pt modelId="{31D52D1A-B501-4E62-86E5-6316EBE4E96E}" type="parTrans" cxnId="{80260696-F025-4C73-A177-354A8A8DD538}">
      <dgm:prSet/>
      <dgm:spPr/>
      <dgm:t>
        <a:bodyPr/>
        <a:lstStyle/>
        <a:p>
          <a:endParaRPr lang="en-US"/>
        </a:p>
      </dgm:t>
    </dgm:pt>
    <dgm:pt modelId="{771BBB18-7BA8-4CAB-9FB6-CB821B50BFFB}" type="sibTrans" cxnId="{80260696-F025-4C73-A177-354A8A8DD538}">
      <dgm:prSet/>
      <dgm:spPr/>
      <dgm:t>
        <a:bodyPr/>
        <a:lstStyle/>
        <a:p>
          <a:endParaRPr lang="en-US"/>
        </a:p>
      </dgm:t>
    </dgm:pt>
    <dgm:pt modelId="{7D1EF1BF-2FFA-4536-9DB7-5A9187AB6992}">
      <dgm:prSet/>
      <dgm:spPr/>
      <dgm:t>
        <a:bodyPr/>
        <a:lstStyle/>
        <a:p>
          <a:r>
            <a:rPr lang="en-US"/>
            <a:t>- Sleep has a positive effect on cognitive performance  </a:t>
          </a:r>
        </a:p>
      </dgm:t>
    </dgm:pt>
    <dgm:pt modelId="{52CB91A1-007D-4F8E-9942-0C6A5D2DF74B}" type="parTrans" cxnId="{3690A911-AC1C-4116-BBEF-E2A7B6ED40FF}">
      <dgm:prSet/>
      <dgm:spPr/>
      <dgm:t>
        <a:bodyPr/>
        <a:lstStyle/>
        <a:p>
          <a:endParaRPr lang="en-US"/>
        </a:p>
      </dgm:t>
    </dgm:pt>
    <dgm:pt modelId="{C4229675-1345-4AEA-B4AC-D40F7206510B}" type="sibTrans" cxnId="{3690A911-AC1C-4116-BBEF-E2A7B6ED40FF}">
      <dgm:prSet/>
      <dgm:spPr/>
      <dgm:t>
        <a:bodyPr/>
        <a:lstStyle/>
        <a:p>
          <a:endParaRPr lang="en-US"/>
        </a:p>
      </dgm:t>
    </dgm:pt>
    <dgm:pt modelId="{D9F7EC1C-AC7E-4170-A79C-226995CCC6B1}">
      <dgm:prSet/>
      <dgm:spPr/>
      <dgm:t>
        <a:bodyPr/>
        <a:lstStyle/>
        <a:p>
          <a:r>
            <a:rPr lang="en-US"/>
            <a:t>- Study hours positively influence productivity  </a:t>
          </a:r>
        </a:p>
      </dgm:t>
    </dgm:pt>
    <dgm:pt modelId="{56C14486-2ED9-4CBD-B804-5B2D6268DB73}" type="parTrans" cxnId="{48DF04B5-58C9-4433-A7BB-7F2CD53C14A5}">
      <dgm:prSet/>
      <dgm:spPr/>
      <dgm:t>
        <a:bodyPr/>
        <a:lstStyle/>
        <a:p>
          <a:endParaRPr lang="en-US"/>
        </a:p>
      </dgm:t>
    </dgm:pt>
    <dgm:pt modelId="{96D4A906-DCCE-4DC3-86C1-A474F6B8604E}" type="sibTrans" cxnId="{48DF04B5-58C9-4433-A7BB-7F2CD53C14A5}">
      <dgm:prSet/>
      <dgm:spPr/>
      <dgm:t>
        <a:bodyPr/>
        <a:lstStyle/>
        <a:p>
          <a:endParaRPr lang="en-US"/>
        </a:p>
      </dgm:t>
    </dgm:pt>
    <dgm:pt modelId="{380C0FFA-F313-4407-864F-CEA192ED1E83}">
      <dgm:prSet/>
      <dgm:spPr/>
      <dgm:t>
        <a:bodyPr/>
        <a:lstStyle/>
        <a:p>
          <a:r>
            <a:rPr lang="en-US"/>
            <a:t>- Cognitive score strongly contributes to productivity  </a:t>
          </a:r>
        </a:p>
      </dgm:t>
    </dgm:pt>
    <dgm:pt modelId="{CE004667-72CB-485E-8CC3-9A459038FF27}" type="parTrans" cxnId="{3F543D27-9581-4873-8451-E576DF50C510}">
      <dgm:prSet/>
      <dgm:spPr/>
      <dgm:t>
        <a:bodyPr/>
        <a:lstStyle/>
        <a:p>
          <a:endParaRPr lang="en-US"/>
        </a:p>
      </dgm:t>
    </dgm:pt>
    <dgm:pt modelId="{997C61D9-0A54-4DE8-92E2-41DEEF3093BE}" type="sibTrans" cxnId="{3F543D27-9581-4873-8451-E576DF50C510}">
      <dgm:prSet/>
      <dgm:spPr/>
      <dgm:t>
        <a:bodyPr/>
        <a:lstStyle/>
        <a:p>
          <a:endParaRPr lang="en-US"/>
        </a:p>
      </dgm:t>
    </dgm:pt>
    <dgm:pt modelId="{91581B64-FB7C-4C4C-B2C0-A5D73634693A}">
      <dgm:prSet/>
      <dgm:spPr/>
      <dgm:t>
        <a:bodyPr/>
        <a:lstStyle/>
        <a:p>
          <a:r>
            <a:rPr lang="en-US"/>
            <a:t>- High screen time and social media usage are the main factors reducing performance</a:t>
          </a:r>
        </a:p>
      </dgm:t>
    </dgm:pt>
    <dgm:pt modelId="{4CE4884A-8790-4C5E-B8D5-7B0F56AF953D}" type="parTrans" cxnId="{57D73DF2-3B2A-48C4-8124-698D2576C5E6}">
      <dgm:prSet/>
      <dgm:spPr/>
      <dgm:t>
        <a:bodyPr/>
        <a:lstStyle/>
        <a:p>
          <a:endParaRPr lang="en-US"/>
        </a:p>
      </dgm:t>
    </dgm:pt>
    <dgm:pt modelId="{7D84C66B-82E6-4950-A8C5-0ABDA4EBD9D7}" type="sibTrans" cxnId="{57D73DF2-3B2A-48C4-8124-698D2576C5E6}">
      <dgm:prSet/>
      <dgm:spPr/>
      <dgm:t>
        <a:bodyPr/>
        <a:lstStyle/>
        <a:p>
          <a:endParaRPr lang="en-US"/>
        </a:p>
      </dgm:t>
    </dgm:pt>
    <dgm:pt modelId="{914F3460-CB6B-45A6-9E65-05CE69EEE86B}" type="pres">
      <dgm:prSet presAssocID="{F5B302FD-6014-48FB-8279-95B276183113}" presName="root" presStyleCnt="0">
        <dgm:presLayoutVars>
          <dgm:dir/>
          <dgm:resizeHandles val="exact"/>
        </dgm:presLayoutVars>
      </dgm:prSet>
      <dgm:spPr/>
    </dgm:pt>
    <dgm:pt modelId="{B749B834-6C59-4F82-A82A-61009B8CA8E6}" type="pres">
      <dgm:prSet presAssocID="{408C8502-9BC3-4380-9301-6191574B14B5}" presName="compNode" presStyleCnt="0"/>
      <dgm:spPr/>
    </dgm:pt>
    <dgm:pt modelId="{D2E65969-F2F0-4F35-B3D5-FE6F8C33E063}" type="pres">
      <dgm:prSet presAssocID="{408C8502-9BC3-4380-9301-6191574B14B5}" presName="bgRect" presStyleLbl="bgShp" presStyleIdx="0" presStyleCnt="7"/>
      <dgm:spPr/>
    </dgm:pt>
    <dgm:pt modelId="{9DFB7E8F-2261-4F66-9C87-789C7F0DAEBB}" type="pres">
      <dgm:prSet presAssocID="{408C8502-9BC3-4380-9301-6191574B14B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69054D6B-7176-42DD-B027-F8EE06F8A120}" type="pres">
      <dgm:prSet presAssocID="{408C8502-9BC3-4380-9301-6191574B14B5}" presName="spaceRect" presStyleCnt="0"/>
      <dgm:spPr/>
    </dgm:pt>
    <dgm:pt modelId="{DBB61A89-0CC8-4A6B-8F7A-41890AF1A991}" type="pres">
      <dgm:prSet presAssocID="{408C8502-9BC3-4380-9301-6191574B14B5}" presName="parTx" presStyleLbl="revTx" presStyleIdx="0" presStyleCnt="7">
        <dgm:presLayoutVars>
          <dgm:chMax val="0"/>
          <dgm:chPref val="0"/>
        </dgm:presLayoutVars>
      </dgm:prSet>
      <dgm:spPr/>
    </dgm:pt>
    <dgm:pt modelId="{8331481F-B2BF-4BAD-879E-2C1A000F40A2}" type="pres">
      <dgm:prSet presAssocID="{A2891941-E02B-4A75-B0F6-E8C2A9EBC71C}" presName="sibTrans" presStyleCnt="0"/>
      <dgm:spPr/>
    </dgm:pt>
    <dgm:pt modelId="{C6EBD75C-254A-4A69-8183-8DCAA392E3AA}" type="pres">
      <dgm:prSet presAssocID="{0DA04D00-1453-423B-9FCF-9164853E29CB}" presName="compNode" presStyleCnt="0"/>
      <dgm:spPr/>
    </dgm:pt>
    <dgm:pt modelId="{D0CE9F80-BFF5-40BF-8878-615097A19F0F}" type="pres">
      <dgm:prSet presAssocID="{0DA04D00-1453-423B-9FCF-9164853E29CB}" presName="bgRect" presStyleLbl="bgShp" presStyleIdx="1" presStyleCnt="7"/>
      <dgm:spPr/>
    </dgm:pt>
    <dgm:pt modelId="{D5D72B40-8A32-4E7D-8279-D24DC13BBCFC}" type="pres">
      <dgm:prSet presAssocID="{0DA04D00-1453-423B-9FCF-9164853E29C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FF55FDFC-AE38-4DC0-99E3-10A4291DE53E}" type="pres">
      <dgm:prSet presAssocID="{0DA04D00-1453-423B-9FCF-9164853E29CB}" presName="spaceRect" presStyleCnt="0"/>
      <dgm:spPr/>
    </dgm:pt>
    <dgm:pt modelId="{94109A0F-8DAD-4A22-911B-E96FCAB94524}" type="pres">
      <dgm:prSet presAssocID="{0DA04D00-1453-423B-9FCF-9164853E29CB}" presName="parTx" presStyleLbl="revTx" presStyleIdx="1" presStyleCnt="7">
        <dgm:presLayoutVars>
          <dgm:chMax val="0"/>
          <dgm:chPref val="0"/>
        </dgm:presLayoutVars>
      </dgm:prSet>
      <dgm:spPr/>
    </dgm:pt>
    <dgm:pt modelId="{B38B3A14-D1D9-42AD-96F1-8CFFAAF5D4AF}" type="pres">
      <dgm:prSet presAssocID="{28EB0617-4826-4C04-B3DB-42EC8A6CD152}" presName="sibTrans" presStyleCnt="0"/>
      <dgm:spPr/>
    </dgm:pt>
    <dgm:pt modelId="{B57A35E9-B07C-4F63-B898-ED6663EFAD5F}" type="pres">
      <dgm:prSet presAssocID="{CD11A142-2362-498B-B070-4606F90ABEC6}" presName="compNode" presStyleCnt="0"/>
      <dgm:spPr/>
    </dgm:pt>
    <dgm:pt modelId="{F23AD65F-833E-43E3-801C-8B40DF613BA4}" type="pres">
      <dgm:prSet presAssocID="{CD11A142-2362-498B-B070-4606F90ABEC6}" presName="bgRect" presStyleLbl="bgShp" presStyleIdx="2" presStyleCnt="7"/>
      <dgm:spPr/>
    </dgm:pt>
    <dgm:pt modelId="{2B968F54-059B-4616-947C-12D7ED3D5808}" type="pres">
      <dgm:prSet presAssocID="{CD11A142-2362-498B-B070-4606F90ABEC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14EF1D69-CAD2-446B-8B52-B6BB2AD1D83D}" type="pres">
      <dgm:prSet presAssocID="{CD11A142-2362-498B-B070-4606F90ABEC6}" presName="spaceRect" presStyleCnt="0"/>
      <dgm:spPr/>
    </dgm:pt>
    <dgm:pt modelId="{FAA9A3B4-9983-401A-BEFA-DAD7FBB92D69}" type="pres">
      <dgm:prSet presAssocID="{CD11A142-2362-498B-B070-4606F90ABEC6}" presName="parTx" presStyleLbl="revTx" presStyleIdx="2" presStyleCnt="7">
        <dgm:presLayoutVars>
          <dgm:chMax val="0"/>
          <dgm:chPref val="0"/>
        </dgm:presLayoutVars>
      </dgm:prSet>
      <dgm:spPr/>
    </dgm:pt>
    <dgm:pt modelId="{E93F6225-8D4C-4C3E-8EDA-7D0F0D5BA09E}" type="pres">
      <dgm:prSet presAssocID="{771BBB18-7BA8-4CAB-9FB6-CB821B50BFFB}" presName="sibTrans" presStyleCnt="0"/>
      <dgm:spPr/>
    </dgm:pt>
    <dgm:pt modelId="{E9EFD564-5031-4F71-ABEC-F73FC6BBB991}" type="pres">
      <dgm:prSet presAssocID="{7D1EF1BF-2FFA-4536-9DB7-5A9187AB6992}" presName="compNode" presStyleCnt="0"/>
      <dgm:spPr/>
    </dgm:pt>
    <dgm:pt modelId="{BF73FD89-42AB-4507-AD0D-655913F36332}" type="pres">
      <dgm:prSet presAssocID="{7D1EF1BF-2FFA-4536-9DB7-5A9187AB6992}" presName="bgRect" presStyleLbl="bgShp" presStyleIdx="3" presStyleCnt="7"/>
      <dgm:spPr/>
    </dgm:pt>
    <dgm:pt modelId="{E4FD3535-E012-4A2C-B4EA-8766025DD877}" type="pres">
      <dgm:prSet presAssocID="{7D1EF1BF-2FFA-4536-9DB7-5A9187AB699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D60A60B8-9B10-4237-87C1-87BD170CFD8D}" type="pres">
      <dgm:prSet presAssocID="{7D1EF1BF-2FFA-4536-9DB7-5A9187AB6992}" presName="spaceRect" presStyleCnt="0"/>
      <dgm:spPr/>
    </dgm:pt>
    <dgm:pt modelId="{D9F2EBDA-C5AC-47F5-8E08-68D642951923}" type="pres">
      <dgm:prSet presAssocID="{7D1EF1BF-2FFA-4536-9DB7-5A9187AB6992}" presName="parTx" presStyleLbl="revTx" presStyleIdx="3" presStyleCnt="7">
        <dgm:presLayoutVars>
          <dgm:chMax val="0"/>
          <dgm:chPref val="0"/>
        </dgm:presLayoutVars>
      </dgm:prSet>
      <dgm:spPr/>
    </dgm:pt>
    <dgm:pt modelId="{68B16DCB-7C7B-456B-9884-1F5E391CDC8C}" type="pres">
      <dgm:prSet presAssocID="{C4229675-1345-4AEA-B4AC-D40F7206510B}" presName="sibTrans" presStyleCnt="0"/>
      <dgm:spPr/>
    </dgm:pt>
    <dgm:pt modelId="{211F6D81-9178-42B1-B0D0-0FF1815FFEAB}" type="pres">
      <dgm:prSet presAssocID="{D9F7EC1C-AC7E-4170-A79C-226995CCC6B1}" presName="compNode" presStyleCnt="0"/>
      <dgm:spPr/>
    </dgm:pt>
    <dgm:pt modelId="{A785E011-935F-4DA8-B314-E6CF4DAB80B2}" type="pres">
      <dgm:prSet presAssocID="{D9F7EC1C-AC7E-4170-A79C-226995CCC6B1}" presName="bgRect" presStyleLbl="bgShp" presStyleIdx="4" presStyleCnt="7"/>
      <dgm:spPr/>
    </dgm:pt>
    <dgm:pt modelId="{66026F7D-B3AD-476A-9EFC-26EE798D0C2A}" type="pres">
      <dgm:prSet presAssocID="{D9F7EC1C-AC7E-4170-A79C-226995CCC6B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03C29B2-4DBD-4689-9658-13584E4CA94D}" type="pres">
      <dgm:prSet presAssocID="{D9F7EC1C-AC7E-4170-A79C-226995CCC6B1}" presName="spaceRect" presStyleCnt="0"/>
      <dgm:spPr/>
    </dgm:pt>
    <dgm:pt modelId="{F37182F3-DD3E-46C9-92BA-FED9D2F922CB}" type="pres">
      <dgm:prSet presAssocID="{D9F7EC1C-AC7E-4170-A79C-226995CCC6B1}" presName="parTx" presStyleLbl="revTx" presStyleIdx="4" presStyleCnt="7">
        <dgm:presLayoutVars>
          <dgm:chMax val="0"/>
          <dgm:chPref val="0"/>
        </dgm:presLayoutVars>
      </dgm:prSet>
      <dgm:spPr/>
    </dgm:pt>
    <dgm:pt modelId="{3E76694D-E6B9-4C4B-B8C0-E445964B2BC6}" type="pres">
      <dgm:prSet presAssocID="{96D4A906-DCCE-4DC3-86C1-A474F6B8604E}" presName="sibTrans" presStyleCnt="0"/>
      <dgm:spPr/>
    </dgm:pt>
    <dgm:pt modelId="{2A57154F-0C52-4767-8908-853ABF16D3D2}" type="pres">
      <dgm:prSet presAssocID="{380C0FFA-F313-4407-864F-CEA192ED1E83}" presName="compNode" presStyleCnt="0"/>
      <dgm:spPr/>
    </dgm:pt>
    <dgm:pt modelId="{CF179BC9-29CE-4A7B-966E-4F95583519EB}" type="pres">
      <dgm:prSet presAssocID="{380C0FFA-F313-4407-864F-CEA192ED1E83}" presName="bgRect" presStyleLbl="bgShp" presStyleIdx="5" presStyleCnt="7"/>
      <dgm:spPr/>
    </dgm:pt>
    <dgm:pt modelId="{7121ED3B-1B5A-44B8-B3E2-5CF7DBE6D2E1}" type="pres">
      <dgm:prSet presAssocID="{380C0FFA-F313-4407-864F-CEA192ED1E8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F33E075-36F6-4B2C-99C5-182C33B454C0}" type="pres">
      <dgm:prSet presAssocID="{380C0FFA-F313-4407-864F-CEA192ED1E83}" presName="spaceRect" presStyleCnt="0"/>
      <dgm:spPr/>
    </dgm:pt>
    <dgm:pt modelId="{4A80D685-ABF2-4C58-BCCB-C7329E6A8B2D}" type="pres">
      <dgm:prSet presAssocID="{380C0FFA-F313-4407-864F-CEA192ED1E83}" presName="parTx" presStyleLbl="revTx" presStyleIdx="5" presStyleCnt="7">
        <dgm:presLayoutVars>
          <dgm:chMax val="0"/>
          <dgm:chPref val="0"/>
        </dgm:presLayoutVars>
      </dgm:prSet>
      <dgm:spPr/>
    </dgm:pt>
    <dgm:pt modelId="{5FFD5469-926D-4208-9550-907EE30FB34F}" type="pres">
      <dgm:prSet presAssocID="{997C61D9-0A54-4DE8-92E2-41DEEF3093BE}" presName="sibTrans" presStyleCnt="0"/>
      <dgm:spPr/>
    </dgm:pt>
    <dgm:pt modelId="{53794A77-8D44-4F37-90D7-37600816ABA0}" type="pres">
      <dgm:prSet presAssocID="{91581B64-FB7C-4C4C-B2C0-A5D73634693A}" presName="compNode" presStyleCnt="0"/>
      <dgm:spPr/>
    </dgm:pt>
    <dgm:pt modelId="{F7670DDA-C312-42C8-B26C-A582B8CDCB60}" type="pres">
      <dgm:prSet presAssocID="{91581B64-FB7C-4C4C-B2C0-A5D73634693A}" presName="bgRect" presStyleLbl="bgShp" presStyleIdx="6" presStyleCnt="7"/>
      <dgm:spPr/>
    </dgm:pt>
    <dgm:pt modelId="{AFF00C6F-25C1-4AF8-A442-0D5AEE41190D}" type="pres">
      <dgm:prSet presAssocID="{91581B64-FB7C-4C4C-B2C0-A5D73634693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5FAA133-98D9-42B2-925E-7DE2C3524BF5}" type="pres">
      <dgm:prSet presAssocID="{91581B64-FB7C-4C4C-B2C0-A5D73634693A}" presName="spaceRect" presStyleCnt="0"/>
      <dgm:spPr/>
    </dgm:pt>
    <dgm:pt modelId="{9C9E449E-B654-49D3-A066-752F003ABDE9}" type="pres">
      <dgm:prSet presAssocID="{91581B64-FB7C-4C4C-B2C0-A5D73634693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690A911-AC1C-4116-BBEF-E2A7B6ED40FF}" srcId="{F5B302FD-6014-48FB-8279-95B276183113}" destId="{7D1EF1BF-2FFA-4536-9DB7-5A9187AB6992}" srcOrd="3" destOrd="0" parTransId="{52CB91A1-007D-4F8E-9942-0C6A5D2DF74B}" sibTransId="{C4229675-1345-4AEA-B4AC-D40F7206510B}"/>
    <dgm:cxn modelId="{3F543D27-9581-4873-8451-E576DF50C510}" srcId="{F5B302FD-6014-48FB-8279-95B276183113}" destId="{380C0FFA-F313-4407-864F-CEA192ED1E83}" srcOrd="5" destOrd="0" parTransId="{CE004667-72CB-485E-8CC3-9A459038FF27}" sibTransId="{997C61D9-0A54-4DE8-92E2-41DEEF3093BE}"/>
    <dgm:cxn modelId="{BD4F6D32-891C-4220-AA8A-53A80B5841E3}" type="presOf" srcId="{408C8502-9BC3-4380-9301-6191574B14B5}" destId="{DBB61A89-0CC8-4A6B-8F7A-41890AF1A991}" srcOrd="0" destOrd="0" presId="urn:microsoft.com/office/officeart/2018/2/layout/IconVerticalSolidList"/>
    <dgm:cxn modelId="{0F79DD3B-37A3-4E13-8351-47858C80DE50}" srcId="{F5B302FD-6014-48FB-8279-95B276183113}" destId="{0DA04D00-1453-423B-9FCF-9164853E29CB}" srcOrd="1" destOrd="0" parTransId="{078F341B-AD61-4E2D-A98D-15ADC9D76272}" sibTransId="{28EB0617-4826-4C04-B3DB-42EC8A6CD152}"/>
    <dgm:cxn modelId="{8D072762-EF1D-4C92-8DA7-476D6E71D055}" type="presOf" srcId="{F5B302FD-6014-48FB-8279-95B276183113}" destId="{914F3460-CB6B-45A6-9E65-05CE69EEE86B}" srcOrd="0" destOrd="0" presId="urn:microsoft.com/office/officeart/2018/2/layout/IconVerticalSolidList"/>
    <dgm:cxn modelId="{C6568C6F-B2ED-4F49-B80D-7758367D22F0}" type="presOf" srcId="{91581B64-FB7C-4C4C-B2C0-A5D73634693A}" destId="{9C9E449E-B654-49D3-A066-752F003ABDE9}" srcOrd="0" destOrd="0" presId="urn:microsoft.com/office/officeart/2018/2/layout/IconVerticalSolidList"/>
    <dgm:cxn modelId="{80260696-F025-4C73-A177-354A8A8DD538}" srcId="{F5B302FD-6014-48FB-8279-95B276183113}" destId="{CD11A142-2362-498B-B070-4606F90ABEC6}" srcOrd="2" destOrd="0" parTransId="{31D52D1A-B501-4E62-86E5-6316EBE4E96E}" sibTransId="{771BBB18-7BA8-4CAB-9FB6-CB821B50BFFB}"/>
    <dgm:cxn modelId="{E0F021A7-9621-4621-9489-F556D8E9D4D5}" type="presOf" srcId="{7D1EF1BF-2FFA-4536-9DB7-5A9187AB6992}" destId="{D9F2EBDA-C5AC-47F5-8E08-68D642951923}" srcOrd="0" destOrd="0" presId="urn:microsoft.com/office/officeart/2018/2/layout/IconVerticalSolidList"/>
    <dgm:cxn modelId="{DC688EB1-357A-430A-962C-6A05595A69E0}" type="presOf" srcId="{380C0FFA-F313-4407-864F-CEA192ED1E83}" destId="{4A80D685-ABF2-4C58-BCCB-C7329E6A8B2D}" srcOrd="0" destOrd="0" presId="urn:microsoft.com/office/officeart/2018/2/layout/IconVerticalSolidList"/>
    <dgm:cxn modelId="{48DF04B5-58C9-4433-A7BB-7F2CD53C14A5}" srcId="{F5B302FD-6014-48FB-8279-95B276183113}" destId="{D9F7EC1C-AC7E-4170-A79C-226995CCC6B1}" srcOrd="4" destOrd="0" parTransId="{56C14486-2ED9-4CBD-B804-5B2D6268DB73}" sibTransId="{96D4A906-DCCE-4DC3-86C1-A474F6B8604E}"/>
    <dgm:cxn modelId="{B62997B7-7E83-4C31-B977-6E607891F46A}" type="presOf" srcId="{0DA04D00-1453-423B-9FCF-9164853E29CB}" destId="{94109A0F-8DAD-4A22-911B-E96FCAB94524}" srcOrd="0" destOrd="0" presId="urn:microsoft.com/office/officeart/2018/2/layout/IconVerticalSolidList"/>
    <dgm:cxn modelId="{33E459C9-2B7F-4563-A7F2-519C0835AFFE}" srcId="{F5B302FD-6014-48FB-8279-95B276183113}" destId="{408C8502-9BC3-4380-9301-6191574B14B5}" srcOrd="0" destOrd="0" parTransId="{11DA41AD-AAFA-46EB-9310-9271520A4D01}" sibTransId="{A2891941-E02B-4A75-B0F6-E8C2A9EBC71C}"/>
    <dgm:cxn modelId="{AB6FA4D7-3D54-4AAC-982A-4BB164EA4540}" type="presOf" srcId="{D9F7EC1C-AC7E-4170-A79C-226995CCC6B1}" destId="{F37182F3-DD3E-46C9-92BA-FED9D2F922CB}" srcOrd="0" destOrd="0" presId="urn:microsoft.com/office/officeart/2018/2/layout/IconVerticalSolidList"/>
    <dgm:cxn modelId="{C42420DA-2754-42E8-829A-5F730C1DCD4E}" type="presOf" srcId="{CD11A142-2362-498B-B070-4606F90ABEC6}" destId="{FAA9A3B4-9983-401A-BEFA-DAD7FBB92D69}" srcOrd="0" destOrd="0" presId="urn:microsoft.com/office/officeart/2018/2/layout/IconVerticalSolidList"/>
    <dgm:cxn modelId="{57D73DF2-3B2A-48C4-8124-698D2576C5E6}" srcId="{F5B302FD-6014-48FB-8279-95B276183113}" destId="{91581B64-FB7C-4C4C-B2C0-A5D73634693A}" srcOrd="6" destOrd="0" parTransId="{4CE4884A-8790-4C5E-B8D5-7B0F56AF953D}" sibTransId="{7D84C66B-82E6-4950-A8C5-0ABDA4EBD9D7}"/>
    <dgm:cxn modelId="{180EA994-DA2D-46D4-9C3B-7BECD494A3A6}" type="presParOf" srcId="{914F3460-CB6B-45A6-9E65-05CE69EEE86B}" destId="{B749B834-6C59-4F82-A82A-61009B8CA8E6}" srcOrd="0" destOrd="0" presId="urn:microsoft.com/office/officeart/2018/2/layout/IconVerticalSolidList"/>
    <dgm:cxn modelId="{DC91A681-4E00-435A-AA6B-7FAF50908B29}" type="presParOf" srcId="{B749B834-6C59-4F82-A82A-61009B8CA8E6}" destId="{D2E65969-F2F0-4F35-B3D5-FE6F8C33E063}" srcOrd="0" destOrd="0" presId="urn:microsoft.com/office/officeart/2018/2/layout/IconVerticalSolidList"/>
    <dgm:cxn modelId="{507A82E9-BA1D-4FBE-9995-EC8C8ECBCCA3}" type="presParOf" srcId="{B749B834-6C59-4F82-A82A-61009B8CA8E6}" destId="{9DFB7E8F-2261-4F66-9C87-789C7F0DAEBB}" srcOrd="1" destOrd="0" presId="urn:microsoft.com/office/officeart/2018/2/layout/IconVerticalSolidList"/>
    <dgm:cxn modelId="{4EDCDE07-BF85-4E65-AEFE-A6AB56DA32E1}" type="presParOf" srcId="{B749B834-6C59-4F82-A82A-61009B8CA8E6}" destId="{69054D6B-7176-42DD-B027-F8EE06F8A120}" srcOrd="2" destOrd="0" presId="urn:microsoft.com/office/officeart/2018/2/layout/IconVerticalSolidList"/>
    <dgm:cxn modelId="{89750215-27C6-497A-9D9F-528786A1A9BC}" type="presParOf" srcId="{B749B834-6C59-4F82-A82A-61009B8CA8E6}" destId="{DBB61A89-0CC8-4A6B-8F7A-41890AF1A991}" srcOrd="3" destOrd="0" presId="urn:microsoft.com/office/officeart/2018/2/layout/IconVerticalSolidList"/>
    <dgm:cxn modelId="{85A29F25-623D-4B3E-AD4E-8A3CB7E48311}" type="presParOf" srcId="{914F3460-CB6B-45A6-9E65-05CE69EEE86B}" destId="{8331481F-B2BF-4BAD-879E-2C1A000F40A2}" srcOrd="1" destOrd="0" presId="urn:microsoft.com/office/officeart/2018/2/layout/IconVerticalSolidList"/>
    <dgm:cxn modelId="{FB194A3F-DA2E-4963-BE03-6EAE46BC4FBB}" type="presParOf" srcId="{914F3460-CB6B-45A6-9E65-05CE69EEE86B}" destId="{C6EBD75C-254A-4A69-8183-8DCAA392E3AA}" srcOrd="2" destOrd="0" presId="urn:microsoft.com/office/officeart/2018/2/layout/IconVerticalSolidList"/>
    <dgm:cxn modelId="{8EB51378-E5E5-4DAA-953A-2B426CDAE805}" type="presParOf" srcId="{C6EBD75C-254A-4A69-8183-8DCAA392E3AA}" destId="{D0CE9F80-BFF5-40BF-8878-615097A19F0F}" srcOrd="0" destOrd="0" presId="urn:microsoft.com/office/officeart/2018/2/layout/IconVerticalSolidList"/>
    <dgm:cxn modelId="{CC8A28EA-1D5C-46F5-BAE5-7C48EDB03B51}" type="presParOf" srcId="{C6EBD75C-254A-4A69-8183-8DCAA392E3AA}" destId="{D5D72B40-8A32-4E7D-8279-D24DC13BBCFC}" srcOrd="1" destOrd="0" presId="urn:microsoft.com/office/officeart/2018/2/layout/IconVerticalSolidList"/>
    <dgm:cxn modelId="{7AD39B3E-80A7-41AD-9E17-C1E40F63F9D5}" type="presParOf" srcId="{C6EBD75C-254A-4A69-8183-8DCAA392E3AA}" destId="{FF55FDFC-AE38-4DC0-99E3-10A4291DE53E}" srcOrd="2" destOrd="0" presId="urn:microsoft.com/office/officeart/2018/2/layout/IconVerticalSolidList"/>
    <dgm:cxn modelId="{CFF69430-D71E-41DA-981F-F0979E5C68BB}" type="presParOf" srcId="{C6EBD75C-254A-4A69-8183-8DCAA392E3AA}" destId="{94109A0F-8DAD-4A22-911B-E96FCAB94524}" srcOrd="3" destOrd="0" presId="urn:microsoft.com/office/officeart/2018/2/layout/IconVerticalSolidList"/>
    <dgm:cxn modelId="{58499ECD-C9E1-492A-98DD-93234D0F2A47}" type="presParOf" srcId="{914F3460-CB6B-45A6-9E65-05CE69EEE86B}" destId="{B38B3A14-D1D9-42AD-96F1-8CFFAAF5D4AF}" srcOrd="3" destOrd="0" presId="urn:microsoft.com/office/officeart/2018/2/layout/IconVerticalSolidList"/>
    <dgm:cxn modelId="{3D71CA54-E488-4BE5-936F-F310E45788E7}" type="presParOf" srcId="{914F3460-CB6B-45A6-9E65-05CE69EEE86B}" destId="{B57A35E9-B07C-4F63-B898-ED6663EFAD5F}" srcOrd="4" destOrd="0" presId="urn:microsoft.com/office/officeart/2018/2/layout/IconVerticalSolidList"/>
    <dgm:cxn modelId="{0AB77EAE-35A1-4DB9-ACFB-A9DECDC05B51}" type="presParOf" srcId="{B57A35E9-B07C-4F63-B898-ED6663EFAD5F}" destId="{F23AD65F-833E-43E3-801C-8B40DF613BA4}" srcOrd="0" destOrd="0" presId="urn:microsoft.com/office/officeart/2018/2/layout/IconVerticalSolidList"/>
    <dgm:cxn modelId="{F13553B3-9C8C-46D0-953C-3C4B2DE90D24}" type="presParOf" srcId="{B57A35E9-B07C-4F63-B898-ED6663EFAD5F}" destId="{2B968F54-059B-4616-947C-12D7ED3D5808}" srcOrd="1" destOrd="0" presId="urn:microsoft.com/office/officeart/2018/2/layout/IconVerticalSolidList"/>
    <dgm:cxn modelId="{675FC988-17CD-4A36-B5B9-1FD82F00210B}" type="presParOf" srcId="{B57A35E9-B07C-4F63-B898-ED6663EFAD5F}" destId="{14EF1D69-CAD2-446B-8B52-B6BB2AD1D83D}" srcOrd="2" destOrd="0" presId="urn:microsoft.com/office/officeart/2018/2/layout/IconVerticalSolidList"/>
    <dgm:cxn modelId="{4938FD85-5410-47D2-BB45-847D00090AFC}" type="presParOf" srcId="{B57A35E9-B07C-4F63-B898-ED6663EFAD5F}" destId="{FAA9A3B4-9983-401A-BEFA-DAD7FBB92D69}" srcOrd="3" destOrd="0" presId="urn:microsoft.com/office/officeart/2018/2/layout/IconVerticalSolidList"/>
    <dgm:cxn modelId="{4CD7DDE9-298F-42FB-9029-9C67AED14044}" type="presParOf" srcId="{914F3460-CB6B-45A6-9E65-05CE69EEE86B}" destId="{E93F6225-8D4C-4C3E-8EDA-7D0F0D5BA09E}" srcOrd="5" destOrd="0" presId="urn:microsoft.com/office/officeart/2018/2/layout/IconVerticalSolidList"/>
    <dgm:cxn modelId="{B816FC62-AF92-40B5-BB8C-D8C618C5F9C3}" type="presParOf" srcId="{914F3460-CB6B-45A6-9E65-05CE69EEE86B}" destId="{E9EFD564-5031-4F71-ABEC-F73FC6BBB991}" srcOrd="6" destOrd="0" presId="urn:microsoft.com/office/officeart/2018/2/layout/IconVerticalSolidList"/>
    <dgm:cxn modelId="{ED2A97D7-704A-426A-84E1-8E431C91331D}" type="presParOf" srcId="{E9EFD564-5031-4F71-ABEC-F73FC6BBB991}" destId="{BF73FD89-42AB-4507-AD0D-655913F36332}" srcOrd="0" destOrd="0" presId="urn:microsoft.com/office/officeart/2018/2/layout/IconVerticalSolidList"/>
    <dgm:cxn modelId="{3F9D8B0B-C060-4CCC-A755-5A7794F984B9}" type="presParOf" srcId="{E9EFD564-5031-4F71-ABEC-F73FC6BBB991}" destId="{E4FD3535-E012-4A2C-B4EA-8766025DD877}" srcOrd="1" destOrd="0" presId="urn:microsoft.com/office/officeart/2018/2/layout/IconVerticalSolidList"/>
    <dgm:cxn modelId="{2A3545B7-227D-4608-B5A1-851A4C0AF66C}" type="presParOf" srcId="{E9EFD564-5031-4F71-ABEC-F73FC6BBB991}" destId="{D60A60B8-9B10-4237-87C1-87BD170CFD8D}" srcOrd="2" destOrd="0" presId="urn:microsoft.com/office/officeart/2018/2/layout/IconVerticalSolidList"/>
    <dgm:cxn modelId="{0D802D78-CA31-402A-A39D-88E935565853}" type="presParOf" srcId="{E9EFD564-5031-4F71-ABEC-F73FC6BBB991}" destId="{D9F2EBDA-C5AC-47F5-8E08-68D642951923}" srcOrd="3" destOrd="0" presId="urn:microsoft.com/office/officeart/2018/2/layout/IconVerticalSolidList"/>
    <dgm:cxn modelId="{59AFD211-6C02-4441-B53A-52E97C36A8B8}" type="presParOf" srcId="{914F3460-CB6B-45A6-9E65-05CE69EEE86B}" destId="{68B16DCB-7C7B-456B-9884-1F5E391CDC8C}" srcOrd="7" destOrd="0" presId="urn:microsoft.com/office/officeart/2018/2/layout/IconVerticalSolidList"/>
    <dgm:cxn modelId="{AF7839BE-2719-4BCB-8F48-144876E667B3}" type="presParOf" srcId="{914F3460-CB6B-45A6-9E65-05CE69EEE86B}" destId="{211F6D81-9178-42B1-B0D0-0FF1815FFEAB}" srcOrd="8" destOrd="0" presId="urn:microsoft.com/office/officeart/2018/2/layout/IconVerticalSolidList"/>
    <dgm:cxn modelId="{C54A689F-A4BE-45EF-8AF8-F71D83C4F48A}" type="presParOf" srcId="{211F6D81-9178-42B1-B0D0-0FF1815FFEAB}" destId="{A785E011-935F-4DA8-B314-E6CF4DAB80B2}" srcOrd="0" destOrd="0" presId="urn:microsoft.com/office/officeart/2018/2/layout/IconVerticalSolidList"/>
    <dgm:cxn modelId="{6D9911A7-9050-425F-94F4-BAFF63565B72}" type="presParOf" srcId="{211F6D81-9178-42B1-B0D0-0FF1815FFEAB}" destId="{66026F7D-B3AD-476A-9EFC-26EE798D0C2A}" srcOrd="1" destOrd="0" presId="urn:microsoft.com/office/officeart/2018/2/layout/IconVerticalSolidList"/>
    <dgm:cxn modelId="{9A8A6526-D478-46DB-9655-ACAC641AC54C}" type="presParOf" srcId="{211F6D81-9178-42B1-B0D0-0FF1815FFEAB}" destId="{A03C29B2-4DBD-4689-9658-13584E4CA94D}" srcOrd="2" destOrd="0" presId="urn:microsoft.com/office/officeart/2018/2/layout/IconVerticalSolidList"/>
    <dgm:cxn modelId="{324ED457-790D-4E2E-AC6C-3F1397AACA9B}" type="presParOf" srcId="{211F6D81-9178-42B1-B0D0-0FF1815FFEAB}" destId="{F37182F3-DD3E-46C9-92BA-FED9D2F922CB}" srcOrd="3" destOrd="0" presId="urn:microsoft.com/office/officeart/2018/2/layout/IconVerticalSolidList"/>
    <dgm:cxn modelId="{A0629C31-68AE-438E-BD52-378CCC4A9AFD}" type="presParOf" srcId="{914F3460-CB6B-45A6-9E65-05CE69EEE86B}" destId="{3E76694D-E6B9-4C4B-B8C0-E445964B2BC6}" srcOrd="9" destOrd="0" presId="urn:microsoft.com/office/officeart/2018/2/layout/IconVerticalSolidList"/>
    <dgm:cxn modelId="{775CB1D7-0E0A-4BD7-B996-A2117961B420}" type="presParOf" srcId="{914F3460-CB6B-45A6-9E65-05CE69EEE86B}" destId="{2A57154F-0C52-4767-8908-853ABF16D3D2}" srcOrd="10" destOrd="0" presId="urn:microsoft.com/office/officeart/2018/2/layout/IconVerticalSolidList"/>
    <dgm:cxn modelId="{72040F89-C5B3-4951-8A15-D0A1FC3C98E9}" type="presParOf" srcId="{2A57154F-0C52-4767-8908-853ABF16D3D2}" destId="{CF179BC9-29CE-4A7B-966E-4F95583519EB}" srcOrd="0" destOrd="0" presId="urn:microsoft.com/office/officeart/2018/2/layout/IconVerticalSolidList"/>
    <dgm:cxn modelId="{1FE08A36-C4CA-4514-8B36-71BFD38A84CF}" type="presParOf" srcId="{2A57154F-0C52-4767-8908-853ABF16D3D2}" destId="{7121ED3B-1B5A-44B8-B3E2-5CF7DBE6D2E1}" srcOrd="1" destOrd="0" presId="urn:microsoft.com/office/officeart/2018/2/layout/IconVerticalSolidList"/>
    <dgm:cxn modelId="{D654F622-2498-46C1-A05C-AC6954E9D3B4}" type="presParOf" srcId="{2A57154F-0C52-4767-8908-853ABF16D3D2}" destId="{6F33E075-36F6-4B2C-99C5-182C33B454C0}" srcOrd="2" destOrd="0" presId="urn:microsoft.com/office/officeart/2018/2/layout/IconVerticalSolidList"/>
    <dgm:cxn modelId="{B13E8645-82EE-4A68-A6D5-6F8A0A525D84}" type="presParOf" srcId="{2A57154F-0C52-4767-8908-853ABF16D3D2}" destId="{4A80D685-ABF2-4C58-BCCB-C7329E6A8B2D}" srcOrd="3" destOrd="0" presId="urn:microsoft.com/office/officeart/2018/2/layout/IconVerticalSolidList"/>
    <dgm:cxn modelId="{3793A3A2-3105-440A-B6DB-DD82A5E6199C}" type="presParOf" srcId="{914F3460-CB6B-45A6-9E65-05CE69EEE86B}" destId="{5FFD5469-926D-4208-9550-907EE30FB34F}" srcOrd="11" destOrd="0" presId="urn:microsoft.com/office/officeart/2018/2/layout/IconVerticalSolidList"/>
    <dgm:cxn modelId="{57F297D9-97A2-4B82-98A3-CE6F49F05965}" type="presParOf" srcId="{914F3460-CB6B-45A6-9E65-05CE69EEE86B}" destId="{53794A77-8D44-4F37-90D7-37600816ABA0}" srcOrd="12" destOrd="0" presId="urn:microsoft.com/office/officeart/2018/2/layout/IconVerticalSolidList"/>
    <dgm:cxn modelId="{59119217-9E64-4D96-AC0B-5ABF29DA0B98}" type="presParOf" srcId="{53794A77-8D44-4F37-90D7-37600816ABA0}" destId="{F7670DDA-C312-42C8-B26C-A582B8CDCB60}" srcOrd="0" destOrd="0" presId="urn:microsoft.com/office/officeart/2018/2/layout/IconVerticalSolidList"/>
    <dgm:cxn modelId="{2B10845B-8E9C-412C-9F51-11BBD01BA343}" type="presParOf" srcId="{53794A77-8D44-4F37-90D7-37600816ABA0}" destId="{AFF00C6F-25C1-4AF8-A442-0D5AEE41190D}" srcOrd="1" destOrd="0" presId="urn:microsoft.com/office/officeart/2018/2/layout/IconVerticalSolidList"/>
    <dgm:cxn modelId="{C2C67EF1-3993-42EC-A2BC-EEE91A0B5989}" type="presParOf" srcId="{53794A77-8D44-4F37-90D7-37600816ABA0}" destId="{C5FAA133-98D9-42B2-925E-7DE2C3524BF5}" srcOrd="2" destOrd="0" presId="urn:microsoft.com/office/officeart/2018/2/layout/IconVerticalSolidList"/>
    <dgm:cxn modelId="{2105E557-CA62-4F0B-98F4-680F75C9204C}" type="presParOf" srcId="{53794A77-8D44-4F37-90D7-37600816ABA0}" destId="{9C9E449E-B654-49D3-A066-752F003ABD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65969-F2F0-4F35-B3D5-FE6F8C33E063}">
      <dsp:nvSpPr>
        <dsp:cNvPr id="0" name=""/>
        <dsp:cNvSpPr/>
      </dsp:nvSpPr>
      <dsp:spPr>
        <a:xfrm>
          <a:off x="0" y="517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B7E8F-2261-4F66-9C87-789C7F0DAEBB}">
      <dsp:nvSpPr>
        <dsp:cNvPr id="0" name=""/>
        <dsp:cNvSpPr/>
      </dsp:nvSpPr>
      <dsp:spPr>
        <a:xfrm>
          <a:off x="215624" y="160899"/>
          <a:ext cx="392044" cy="3920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61A89-0CC8-4A6B-8F7A-41890AF1A991}">
      <dsp:nvSpPr>
        <dsp:cNvPr id="0" name=""/>
        <dsp:cNvSpPr/>
      </dsp:nvSpPr>
      <dsp:spPr>
        <a:xfrm>
          <a:off x="823292" y="517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Insights (EDA)</a:t>
          </a:r>
        </a:p>
      </dsp:txBody>
      <dsp:txXfrm>
        <a:off x="823292" y="517"/>
        <a:ext cx="6007825" cy="712807"/>
      </dsp:txXfrm>
    </dsp:sp>
    <dsp:sp modelId="{D0CE9F80-BFF5-40BF-8878-615097A19F0F}">
      <dsp:nvSpPr>
        <dsp:cNvPr id="0" name=""/>
        <dsp:cNvSpPr/>
      </dsp:nvSpPr>
      <dsp:spPr>
        <a:xfrm>
          <a:off x="0" y="891527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72B40-8A32-4E7D-8279-D24DC13BBCFC}">
      <dsp:nvSpPr>
        <dsp:cNvPr id="0" name=""/>
        <dsp:cNvSpPr/>
      </dsp:nvSpPr>
      <dsp:spPr>
        <a:xfrm>
          <a:off x="215624" y="1051909"/>
          <a:ext cx="392044" cy="3920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09A0F-8DAD-4A22-911B-E96FCAB94524}">
      <dsp:nvSpPr>
        <dsp:cNvPr id="0" name=""/>
        <dsp:cNvSpPr/>
      </dsp:nvSpPr>
      <dsp:spPr>
        <a:xfrm>
          <a:off x="823292" y="891527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Screen time has a strong negative impact on both cognitive score and productivity  </a:t>
          </a:r>
        </a:p>
      </dsp:txBody>
      <dsp:txXfrm>
        <a:off x="823292" y="891527"/>
        <a:ext cx="6007825" cy="712807"/>
      </dsp:txXfrm>
    </dsp:sp>
    <dsp:sp modelId="{F23AD65F-833E-43E3-801C-8B40DF613BA4}">
      <dsp:nvSpPr>
        <dsp:cNvPr id="0" name=""/>
        <dsp:cNvSpPr/>
      </dsp:nvSpPr>
      <dsp:spPr>
        <a:xfrm>
          <a:off x="0" y="1782537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68F54-059B-4616-947C-12D7ED3D5808}">
      <dsp:nvSpPr>
        <dsp:cNvPr id="0" name=""/>
        <dsp:cNvSpPr/>
      </dsp:nvSpPr>
      <dsp:spPr>
        <a:xfrm>
          <a:off x="215624" y="1942918"/>
          <a:ext cx="392044" cy="3920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9A3B4-9983-401A-BEFA-DAD7FBB92D69}">
      <dsp:nvSpPr>
        <dsp:cNvPr id="0" name=""/>
        <dsp:cNvSpPr/>
      </dsp:nvSpPr>
      <dsp:spPr>
        <a:xfrm>
          <a:off x="823292" y="1782537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Social media usage negatively affects productivity and increases variability  </a:t>
          </a:r>
        </a:p>
      </dsp:txBody>
      <dsp:txXfrm>
        <a:off x="823292" y="1782537"/>
        <a:ext cx="6007825" cy="712807"/>
      </dsp:txXfrm>
    </dsp:sp>
    <dsp:sp modelId="{BF73FD89-42AB-4507-AD0D-655913F36332}">
      <dsp:nvSpPr>
        <dsp:cNvPr id="0" name=""/>
        <dsp:cNvSpPr/>
      </dsp:nvSpPr>
      <dsp:spPr>
        <a:xfrm>
          <a:off x="0" y="2673546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D3535-E012-4A2C-B4EA-8766025DD877}">
      <dsp:nvSpPr>
        <dsp:cNvPr id="0" name=""/>
        <dsp:cNvSpPr/>
      </dsp:nvSpPr>
      <dsp:spPr>
        <a:xfrm>
          <a:off x="215624" y="2833928"/>
          <a:ext cx="392044" cy="3920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2EBDA-C5AC-47F5-8E08-68D642951923}">
      <dsp:nvSpPr>
        <dsp:cNvPr id="0" name=""/>
        <dsp:cNvSpPr/>
      </dsp:nvSpPr>
      <dsp:spPr>
        <a:xfrm>
          <a:off x="823292" y="2673546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Sleep has a positive effect on cognitive performance  </a:t>
          </a:r>
        </a:p>
      </dsp:txBody>
      <dsp:txXfrm>
        <a:off x="823292" y="2673546"/>
        <a:ext cx="6007825" cy="712807"/>
      </dsp:txXfrm>
    </dsp:sp>
    <dsp:sp modelId="{A785E011-935F-4DA8-B314-E6CF4DAB80B2}">
      <dsp:nvSpPr>
        <dsp:cNvPr id="0" name=""/>
        <dsp:cNvSpPr/>
      </dsp:nvSpPr>
      <dsp:spPr>
        <a:xfrm>
          <a:off x="0" y="3564556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26F7D-B3AD-476A-9EFC-26EE798D0C2A}">
      <dsp:nvSpPr>
        <dsp:cNvPr id="0" name=""/>
        <dsp:cNvSpPr/>
      </dsp:nvSpPr>
      <dsp:spPr>
        <a:xfrm>
          <a:off x="215624" y="3724937"/>
          <a:ext cx="392044" cy="3920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182F3-DD3E-46C9-92BA-FED9D2F922CB}">
      <dsp:nvSpPr>
        <dsp:cNvPr id="0" name=""/>
        <dsp:cNvSpPr/>
      </dsp:nvSpPr>
      <dsp:spPr>
        <a:xfrm>
          <a:off x="823292" y="3564556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Study hours positively influence productivity  </a:t>
          </a:r>
        </a:p>
      </dsp:txBody>
      <dsp:txXfrm>
        <a:off x="823292" y="3564556"/>
        <a:ext cx="6007825" cy="712807"/>
      </dsp:txXfrm>
    </dsp:sp>
    <dsp:sp modelId="{CF179BC9-29CE-4A7B-966E-4F95583519EB}">
      <dsp:nvSpPr>
        <dsp:cNvPr id="0" name=""/>
        <dsp:cNvSpPr/>
      </dsp:nvSpPr>
      <dsp:spPr>
        <a:xfrm>
          <a:off x="0" y="4455565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1ED3B-1B5A-44B8-B3E2-5CF7DBE6D2E1}">
      <dsp:nvSpPr>
        <dsp:cNvPr id="0" name=""/>
        <dsp:cNvSpPr/>
      </dsp:nvSpPr>
      <dsp:spPr>
        <a:xfrm>
          <a:off x="215624" y="4615947"/>
          <a:ext cx="392044" cy="3920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0D685-ABF2-4C58-BCCB-C7329E6A8B2D}">
      <dsp:nvSpPr>
        <dsp:cNvPr id="0" name=""/>
        <dsp:cNvSpPr/>
      </dsp:nvSpPr>
      <dsp:spPr>
        <a:xfrm>
          <a:off x="823292" y="4455565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Cognitive score strongly contributes to productivity  </a:t>
          </a:r>
        </a:p>
      </dsp:txBody>
      <dsp:txXfrm>
        <a:off x="823292" y="4455565"/>
        <a:ext cx="6007825" cy="712807"/>
      </dsp:txXfrm>
    </dsp:sp>
    <dsp:sp modelId="{F7670DDA-C312-42C8-B26C-A582B8CDCB60}">
      <dsp:nvSpPr>
        <dsp:cNvPr id="0" name=""/>
        <dsp:cNvSpPr/>
      </dsp:nvSpPr>
      <dsp:spPr>
        <a:xfrm>
          <a:off x="0" y="5346575"/>
          <a:ext cx="6831118" cy="71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00C6F-25C1-4AF8-A442-0D5AEE41190D}">
      <dsp:nvSpPr>
        <dsp:cNvPr id="0" name=""/>
        <dsp:cNvSpPr/>
      </dsp:nvSpPr>
      <dsp:spPr>
        <a:xfrm>
          <a:off x="215624" y="5506957"/>
          <a:ext cx="392044" cy="3920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E449E-B654-49D3-A066-752F003ABDE9}">
      <dsp:nvSpPr>
        <dsp:cNvPr id="0" name=""/>
        <dsp:cNvSpPr/>
      </dsp:nvSpPr>
      <dsp:spPr>
        <a:xfrm>
          <a:off x="823292" y="5346575"/>
          <a:ext cx="6007825" cy="71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39" tIns="75439" rIns="75439" bIns="7543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High screen time and social media usage are the main factors reducing performance</a:t>
          </a:r>
        </a:p>
      </dsp:txBody>
      <dsp:txXfrm>
        <a:off x="823292" y="5346575"/>
        <a:ext cx="6007825" cy="7128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3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0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8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9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4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6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3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1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8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3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1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9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2" r:id="rId6"/>
    <p:sldLayoutId id="2147483918" r:id="rId7"/>
    <p:sldLayoutId id="2147483919" r:id="rId8"/>
    <p:sldLayoutId id="2147483920" r:id="rId9"/>
    <p:sldLayoutId id="2147483921" r:id="rId10"/>
    <p:sldLayoutId id="214748392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5253" y="2095710"/>
            <a:ext cx="7974719" cy="2288382"/>
          </a:xfrm>
        </p:spPr>
        <p:txBody>
          <a:bodyPr anchor="t">
            <a:normAutofit/>
          </a:bodyPr>
          <a:lstStyle/>
          <a:p>
            <a:r>
              <a:rPr lang="en-US" sz="4200" b="1" dirty="0">
                <a:solidFill>
                  <a:schemeClr val="tx2"/>
                </a:solidFill>
              </a:rPr>
              <a:t>Student Productivity &amp; Cognitive Efficiency Analysis</a:t>
            </a:r>
            <a:br>
              <a:rPr lang="en-US" sz="4200" dirty="0">
                <a:solidFill>
                  <a:schemeClr val="tx2"/>
                </a:solidFill>
              </a:rPr>
            </a:br>
            <a:r>
              <a:rPr lang="en-US" sz="4200" dirty="0">
                <a:solidFill>
                  <a:schemeClr val="tx2"/>
                </a:solidFill>
              </a:rPr>
              <a:t>Using EDA &amp; Power BI</a:t>
            </a:r>
          </a:p>
        </p:txBody>
      </p: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9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0" name="Rectangle 279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1875321C-FB29-4535-A841-6DD514261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6" name="Right Triangle 285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963299C0-2D74-4F16-A73D-E70731449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397033"/>
            <a:ext cx="10733204" cy="384792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tx2"/>
                </a:solidFill>
              </a:rPr>
              <a:t>Introduction: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In today’s digital era, students spend significant time on devices 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This affects: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Focus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Cognitive ability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Productivity</a:t>
            </a: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Need for data-driven understanding</a:t>
            </a:r>
            <a:br>
              <a:rPr lang="en-US" sz="3000" dirty="0">
                <a:solidFill>
                  <a:schemeClr val="tx2"/>
                </a:solidFill>
              </a:rPr>
            </a:br>
            <a:endParaRPr lang="en-US" sz="3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3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Rectangle 752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56" name="Straight Connector 755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760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761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762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765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766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9" name="Freeform: Shape 768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1" name="Freeform: Shape 770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75" name="Group 774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6" name="Straight Connector 775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776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777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786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791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792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798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799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800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801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803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6" name="Freeform: Shape 805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08" name="Group 807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809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811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819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821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823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828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830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831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832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833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834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839" name="Rectangle 83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7EE60796-BC52-4154-A3A9-773DE828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43" name="Right Triangle 84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51324" y="1555703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" name="Flowchart: Document 844">
            <a:extLst>
              <a:ext uri="{FF2B5EF4-FFF2-40B4-BE49-F238E27FC236}">
                <a16:creationId xmlns:a16="http://schemas.microsoft.com/office/drawing/2014/main" id="{BFEC1042-3FDC-47A3-BCD7-CA9D052F9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848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849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851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855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857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865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32348"/>
            <a:ext cx="615916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100" b="1">
                <a:solidFill>
                  <a:schemeClr val="tx2"/>
                </a:solidFill>
              </a:rPr>
              <a:t>PROBLEM STATEMENT</a:t>
            </a:r>
            <a:br>
              <a:rPr lang="en-US" sz="4100" b="1">
                <a:solidFill>
                  <a:schemeClr val="tx2"/>
                </a:solidFill>
              </a:rPr>
            </a:br>
            <a:br>
              <a:rPr lang="en-US" sz="4100">
                <a:solidFill>
                  <a:schemeClr val="tx2"/>
                </a:solidFill>
              </a:rPr>
            </a:br>
            <a:endParaRPr lang="en-US" sz="410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E6F9D8-9980-69FB-B597-7CBD6327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64832"/>
            <a:ext cx="6159160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sz="1500">
                <a:solidFill>
                  <a:schemeClr val="tx2"/>
                </a:solidFill>
              </a:rPr>
              <a:t>In today’s digital era, students are increasingly exposed to screen-based activities such as mobile usage and social media.</a:t>
            </a:r>
            <a:br>
              <a:rPr lang="en-US" sz="1500">
                <a:solidFill>
                  <a:schemeClr val="tx2"/>
                </a:solidFill>
              </a:rPr>
            </a:br>
            <a:r>
              <a:rPr lang="en-US" sz="1500">
                <a:solidFill>
                  <a:schemeClr val="tx2"/>
                </a:solidFill>
              </a:rPr>
              <a:t>This leads to several issues like reduced attention span, poor sleep quality, and increased stress levels.</a:t>
            </a:r>
          </a:p>
          <a:p>
            <a:pPr marL="228600" indent="-228600"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sz="1500">
                <a:solidFill>
                  <a:schemeClr val="tx2"/>
                </a:solidFill>
              </a:rPr>
              <a:t>These factors directly impact cognitive performance and productivity, but the exact relationship between them is not clearly understood.</a:t>
            </a:r>
          </a:p>
          <a:p>
            <a:pPr marL="228600" indent="-228600"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sz="1500">
                <a:solidFill>
                  <a:schemeClr val="tx2"/>
                </a:solidFill>
              </a:rPr>
              <a:t>Therefore, the problem is to analyze and quantify how lifestyle factors like screen time, sleep, and stress influence student productivity and cognitive efficiency using data analysis.</a:t>
            </a: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323" name="Graphic 322" descr="Head with Gears">
            <a:extLst>
              <a:ext uri="{FF2B5EF4-FFF2-40B4-BE49-F238E27FC236}">
                <a16:creationId xmlns:a16="http://schemas.microsoft.com/office/drawing/2014/main" id="{B032AF29-0B45-8AD7-2399-FD9EF041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514" y="978211"/>
            <a:ext cx="5009616" cy="50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5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4" name="Rectangle 493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F25649CC-2F8D-4B4A-909E-0269173E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8" name="Freeform: Shape 497">
            <a:extLst>
              <a:ext uri="{FF2B5EF4-FFF2-40B4-BE49-F238E27FC236}">
                <a16:creationId xmlns:a16="http://schemas.microsoft.com/office/drawing/2014/main" id="{EFA7FFE7-B4B1-4C77-ABD3-FE284CE2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6" y="3892"/>
            <a:ext cx="3203591" cy="1532868"/>
          </a:xfrm>
          <a:custGeom>
            <a:avLst/>
            <a:gdLst>
              <a:gd name="connsiteX0" fmla="*/ 2281425 w 3203591"/>
              <a:gd name="connsiteY0" fmla="*/ 0 h 1532868"/>
              <a:gd name="connsiteX1" fmla="*/ 3203591 w 3203591"/>
              <a:gd name="connsiteY1" fmla="*/ 0 h 1532868"/>
              <a:gd name="connsiteX2" fmla="*/ 3190098 w 3203591"/>
              <a:gd name="connsiteY2" fmla="*/ 36867 h 1532868"/>
              <a:gd name="connsiteX3" fmla="*/ 933156 w 3203591"/>
              <a:gd name="connsiteY3" fmla="*/ 1532868 h 1532868"/>
              <a:gd name="connsiteX4" fmla="*/ 204771 w 3203591"/>
              <a:gd name="connsiteY4" fmla="*/ 1422747 h 1532868"/>
              <a:gd name="connsiteX5" fmla="*/ 0 w 3203591"/>
              <a:gd name="connsiteY5" fmla="*/ 1347800 h 1532868"/>
              <a:gd name="connsiteX6" fmla="*/ 0 w 3203591"/>
              <a:gd name="connsiteY6" fmla="*/ 419299 h 1532868"/>
              <a:gd name="connsiteX7" fmla="*/ 21562 w 3203591"/>
              <a:gd name="connsiteY7" fmla="*/ 435423 h 1532868"/>
              <a:gd name="connsiteX8" fmla="*/ 933155 w 3203591"/>
              <a:gd name="connsiteY8" fmla="*/ 713876 h 1532868"/>
              <a:gd name="connsiteX9" fmla="*/ 2191281 w 3203591"/>
              <a:gd name="connsiteY9" fmla="*/ 120548 h 15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03591" h="1532868">
                <a:moveTo>
                  <a:pt x="2281425" y="0"/>
                </a:moveTo>
                <a:lnTo>
                  <a:pt x="3203591" y="0"/>
                </a:lnTo>
                <a:lnTo>
                  <a:pt x="3190098" y="36867"/>
                </a:lnTo>
                <a:cubicBezTo>
                  <a:pt x="2818254" y="916004"/>
                  <a:pt x="1947743" y="1532868"/>
                  <a:pt x="933156" y="1532868"/>
                </a:cubicBezTo>
                <a:cubicBezTo>
                  <a:pt x="679509" y="1532868"/>
                  <a:pt x="434867" y="1494314"/>
                  <a:pt x="204771" y="1422747"/>
                </a:cubicBezTo>
                <a:lnTo>
                  <a:pt x="0" y="1347800"/>
                </a:lnTo>
                <a:lnTo>
                  <a:pt x="0" y="419299"/>
                </a:lnTo>
                <a:lnTo>
                  <a:pt x="21562" y="435423"/>
                </a:lnTo>
                <a:cubicBezTo>
                  <a:pt x="281781" y="611224"/>
                  <a:pt x="595480" y="713876"/>
                  <a:pt x="933155" y="713876"/>
                </a:cubicBezTo>
                <a:cubicBezTo>
                  <a:pt x="1439667" y="713876"/>
                  <a:pt x="1892234" y="482908"/>
                  <a:pt x="2191281" y="120548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0" name="Right Triangle 499">
            <a:extLst>
              <a:ext uri="{FF2B5EF4-FFF2-40B4-BE49-F238E27FC236}">
                <a16:creationId xmlns:a16="http://schemas.microsoft.com/office/drawing/2014/main" id="{DE6FA2BA-220F-4070-A46C-D437A6D24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2647" y="-284144"/>
            <a:ext cx="568289" cy="568289"/>
          </a:xfrm>
          <a:prstGeom prst="rtTriangl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Freeform: Shape 501">
            <a:extLst>
              <a:ext uri="{FF2B5EF4-FFF2-40B4-BE49-F238E27FC236}">
                <a16:creationId xmlns:a16="http://schemas.microsoft.com/office/drawing/2014/main" id="{37CE8AAF-11BE-4CD8-AFF3-BD3038B18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3778" y="5295840"/>
            <a:ext cx="2305174" cy="1562160"/>
          </a:xfrm>
          <a:custGeom>
            <a:avLst/>
            <a:gdLst>
              <a:gd name="connsiteX0" fmla="*/ 2281156 w 2305174"/>
              <a:gd name="connsiteY0" fmla="*/ 0 h 1562160"/>
              <a:gd name="connsiteX1" fmla="*/ 2305174 w 2305174"/>
              <a:gd name="connsiteY1" fmla="*/ 1213 h 1562160"/>
              <a:gd name="connsiteX2" fmla="*/ 2305174 w 2305174"/>
              <a:gd name="connsiteY2" fmla="*/ 820205 h 1562160"/>
              <a:gd name="connsiteX3" fmla="*/ 2281155 w 2305174"/>
              <a:gd name="connsiteY3" fmla="*/ 818992 h 1562160"/>
              <a:gd name="connsiteX4" fmla="*/ 929170 w 2305174"/>
              <a:gd name="connsiteY4" fmla="*/ 1537837 h 1562160"/>
              <a:gd name="connsiteX5" fmla="*/ 914393 w 2305174"/>
              <a:gd name="connsiteY5" fmla="*/ 1562160 h 1562160"/>
              <a:gd name="connsiteX6" fmla="*/ 0 w 2305174"/>
              <a:gd name="connsiteY6" fmla="*/ 1562160 h 1562160"/>
              <a:gd name="connsiteX7" fmla="*/ 24214 w 2305174"/>
              <a:gd name="connsiteY7" fmla="*/ 1496002 h 1562160"/>
              <a:gd name="connsiteX8" fmla="*/ 2281156 w 2305174"/>
              <a:gd name="connsiteY8" fmla="*/ 0 h 156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5174" h="1562160">
                <a:moveTo>
                  <a:pt x="2281156" y="0"/>
                </a:moveTo>
                <a:lnTo>
                  <a:pt x="2305174" y="1213"/>
                </a:lnTo>
                <a:lnTo>
                  <a:pt x="2305174" y="820205"/>
                </a:lnTo>
                <a:lnTo>
                  <a:pt x="2281155" y="818992"/>
                </a:lnTo>
                <a:cubicBezTo>
                  <a:pt x="1718364" y="818992"/>
                  <a:pt x="1222172" y="1104138"/>
                  <a:pt x="929170" y="1537837"/>
                </a:cubicBezTo>
                <a:lnTo>
                  <a:pt x="914393" y="1562160"/>
                </a:lnTo>
                <a:lnTo>
                  <a:pt x="0" y="1562160"/>
                </a:lnTo>
                <a:lnTo>
                  <a:pt x="24214" y="1496002"/>
                </a:lnTo>
                <a:cubicBezTo>
                  <a:pt x="396058" y="616864"/>
                  <a:pt x="1266569" y="0"/>
                  <a:pt x="2281156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E8BBA9B4-EF00-4579-A73A-061C5F90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2671F1C5-E931-49D9-9767-24576DE53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C6B0B37E-E738-4DEC-9C41-BF6269C06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6046BA41-68C0-40C2-BC53-B4CEE4497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376E7620-A012-4D01-82AC-46D48B7ED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45B0D3EE-EC46-46BC-91C4-5DF8E2395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3AFB8B0-64A4-4D83-9BD8-9E66B562B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ED476192-29F6-47CF-BCF9-7380667EE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E0DFCCF7-D983-4E21-9508-BD55CE628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A5B9C6DA-F76E-45A2-8BB3-40FAF6D8C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64210E6D-AADD-4805-A5EA-9A52D0D30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575DC64F-453E-4AEA-AE65-D99FAE789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8D802B56-7408-46D4-8EAA-BE6E22347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51C2DD0F-4A07-4510-B9BC-EE4560F6D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CD788BD1-17A6-41DE-9EFA-533C6D3D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49AC2388-5F15-4D60-B816-F7AC60F7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926E0780-8DF3-4637-8C1A-7A3E623B0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59CE402E-8C2D-4EC6-A180-FBF8116EE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65F8AC4E-9C7D-42D3-89A2-33C30FA51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77F715C8-AA23-4912-8669-61553682B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0F183C1D-030E-4775-9670-0936C809C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670DC51B-15B9-4F37-9BF3-F4E762B92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33834603-F0EF-42F7-8341-C4BF2931D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83E31C74-18A8-4EB2-8034-B2BF4C20E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63E618E4-2AD8-4E68-AEEE-8D11DC4D1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35CBF929-71E3-4CCC-A912-A0E1D135F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2AB384EE-8795-4C64-B229-D57CB4BAD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D10E8CCD-425C-4DCD-A08B-8947BAC17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DEDFBB1E-CA08-43FD-9A7A-F1B29EFDB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623D0689-9AC6-4F16-AFFD-D68F95A0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952773"/>
            <a:ext cx="10733204" cy="3292172"/>
          </a:xfrm>
        </p:spPr>
        <p:txBody>
          <a:bodyPr anchor="t">
            <a:normAutofit/>
          </a:bodyPr>
          <a:lstStyle/>
          <a:p>
            <a:r>
              <a:rPr lang="en-US" sz="3800" b="1">
                <a:solidFill>
                  <a:schemeClr val="tx2"/>
                </a:solidFill>
              </a:rPr>
              <a:t>OBJECTIVES</a:t>
            </a:r>
            <a:br>
              <a:rPr lang="en-US" sz="3800" b="1">
                <a:solidFill>
                  <a:schemeClr val="tx2"/>
                </a:solidFill>
              </a:rPr>
            </a:br>
            <a:r>
              <a:rPr lang="en-US" sz="3800">
                <a:solidFill>
                  <a:schemeClr val="tx2"/>
                </a:solidFill>
              </a:rPr>
              <a:t>Analyze screen time vs cognitive score</a:t>
            </a:r>
            <a:br>
              <a:rPr lang="en-US" sz="3800">
                <a:solidFill>
                  <a:schemeClr val="tx2"/>
                </a:solidFill>
              </a:rPr>
            </a:br>
            <a:r>
              <a:rPr lang="en-US" sz="3800">
                <a:solidFill>
                  <a:schemeClr val="tx2"/>
                </a:solidFill>
              </a:rPr>
              <a:t>Study sleep impact on performance</a:t>
            </a:r>
            <a:br>
              <a:rPr lang="en-US" sz="3800">
                <a:solidFill>
                  <a:schemeClr val="tx2"/>
                </a:solidFill>
              </a:rPr>
            </a:br>
            <a:r>
              <a:rPr lang="en-US" sz="3800">
                <a:solidFill>
                  <a:schemeClr val="tx2"/>
                </a:solidFill>
              </a:rPr>
              <a:t>Evaluate stress effect on productivity</a:t>
            </a:r>
            <a:br>
              <a:rPr lang="en-US" sz="3800">
                <a:solidFill>
                  <a:schemeClr val="tx2"/>
                </a:solidFill>
              </a:rPr>
            </a:br>
            <a:r>
              <a:rPr lang="en-US" sz="3800">
                <a:solidFill>
                  <a:schemeClr val="tx2"/>
                </a:solidFill>
              </a:rPr>
              <a:t>Provide recommendations</a:t>
            </a:r>
            <a:br>
              <a:rPr lang="en-US" sz="3800">
                <a:solidFill>
                  <a:schemeClr val="tx2"/>
                </a:solidFill>
              </a:rPr>
            </a:br>
            <a:endParaRPr lang="en-US" sz="3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527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Rectangle 873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7" name="Freeform: Shape 906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9" name="Freeform: Shape 908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11" name="Group 910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926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2" name="Group 941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962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973" name="Rectangle 97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75" name="Rectangle 974">
            <a:extLst>
              <a:ext uri="{FF2B5EF4-FFF2-40B4-BE49-F238E27FC236}">
                <a16:creationId xmlns:a16="http://schemas.microsoft.com/office/drawing/2014/main" id="{21B645D3-580E-4657-9154-484648880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77" name="Right Triangle 97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Freeform: Shape 978">
            <a:extLst>
              <a:ext uri="{FF2B5EF4-FFF2-40B4-BE49-F238E27FC236}">
                <a16:creationId xmlns:a16="http://schemas.microsoft.com/office/drawing/2014/main" id="{27870DA4-44E8-43FB-940A-4AF97669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81" name="Group 980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982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994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996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998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1003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1007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728906"/>
            <a:ext cx="4712534" cy="55160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kumimoji="0" lang="en-US" altLang="en-US" sz="4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TOOLS &amp; TECHNOLOGIES</a:t>
            </a:r>
            <a:br>
              <a:rPr kumimoji="0" lang="en-US" altLang="en-US" sz="4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</a:br>
            <a:br>
              <a:rPr lang="en-US" sz="4400" b="1">
                <a:solidFill>
                  <a:schemeClr val="tx2"/>
                </a:solidFill>
              </a:rPr>
            </a:br>
            <a:endParaRPr lang="en-US" sz="440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8459" y="728906"/>
            <a:ext cx="5813687" cy="55454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TOOLS &amp; TECHNOLOGIES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🔹 Python (EDA in VS Code)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Pandas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 → data handling (df.head(), df.describe())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NumPy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 → numerical operations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Matplotlib &amp; Seaborn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 → visualization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🔹 Power BI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438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Rectangle 101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21" name="Group 102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" name="Freeform: Shape 1024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7" name="Freeform: Shape 1026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2" name="Freeform: Shape 1061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95" name="Rectangle 109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7EE60796-BC52-4154-A3A9-773DE828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9" name="Right Triangle 1098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51324" y="1555703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Flowchart: Document 1100">
            <a:extLst>
              <a:ext uri="{FF2B5EF4-FFF2-40B4-BE49-F238E27FC236}">
                <a16:creationId xmlns:a16="http://schemas.microsoft.com/office/drawing/2014/main" id="{BFEC1042-3FDC-47A3-BCD7-CA9D052F9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32348"/>
            <a:ext cx="615916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EDA PROCESS (FROM YOUR FILE)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64832"/>
            <a:ext cx="6159160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Checked missing values 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Data summary 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Distribution plots 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Correlation matrix 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Some visualization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lang="en-US" altLang="en-US" dirty="0">
                <a:solidFill>
                  <a:schemeClr val="tx2"/>
                </a:solidFill>
              </a:rPr>
              <a:t>And ml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pic>
        <p:nvPicPr>
          <p:cNvPr id="581" name="Graphic 580" descr="Database">
            <a:extLst>
              <a:ext uri="{FF2B5EF4-FFF2-40B4-BE49-F238E27FC236}">
                <a16:creationId xmlns:a16="http://schemas.microsoft.com/office/drawing/2014/main" id="{1737BD98-94F5-36EC-3556-EC44D3151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514" y="978211"/>
            <a:ext cx="5009616" cy="500961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692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8" name="Rectangle 1257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D690347A-6937-4F6D-93E3-D398D803D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62" name="Right Triangle 1261">
            <a:extLst>
              <a:ext uri="{FF2B5EF4-FFF2-40B4-BE49-F238E27FC236}">
                <a16:creationId xmlns:a16="http://schemas.microsoft.com/office/drawing/2014/main" id="{DE6FA2BA-220F-4070-A46C-D437A6D24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2647" y="-284144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4" name="Freeform: Shape 1263">
            <a:extLst>
              <a:ext uri="{FF2B5EF4-FFF2-40B4-BE49-F238E27FC236}">
                <a16:creationId xmlns:a16="http://schemas.microsoft.com/office/drawing/2014/main" id="{B18D2A95-840F-45DF-AD93-5FA412FC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65326" y="0"/>
            <a:ext cx="2323626" cy="3111267"/>
          </a:xfrm>
          <a:custGeom>
            <a:avLst/>
            <a:gdLst>
              <a:gd name="connsiteX0" fmla="*/ 94643 w 2323626"/>
              <a:gd name="connsiteY0" fmla="*/ 0 h 3111267"/>
              <a:gd name="connsiteX1" fmla="*/ 963280 w 2323626"/>
              <a:gd name="connsiteY1" fmla="*/ 0 h 3111267"/>
              <a:gd name="connsiteX2" fmla="*/ 947119 w 2323626"/>
              <a:gd name="connsiteY2" fmla="*/ 33549 h 3111267"/>
              <a:gd name="connsiteX3" fmla="*/ 818991 w 2323626"/>
              <a:gd name="connsiteY3" fmla="*/ 668189 h 3111267"/>
              <a:gd name="connsiteX4" fmla="*/ 2282726 w 2323626"/>
              <a:gd name="connsiteY4" fmla="*/ 2290209 h 3111267"/>
              <a:gd name="connsiteX5" fmla="*/ 2323626 w 2323626"/>
              <a:gd name="connsiteY5" fmla="*/ 2292275 h 3111267"/>
              <a:gd name="connsiteX6" fmla="*/ 2323626 w 2323626"/>
              <a:gd name="connsiteY6" fmla="*/ 3111267 h 3111267"/>
              <a:gd name="connsiteX7" fmla="*/ 2198990 w 2323626"/>
              <a:gd name="connsiteY7" fmla="*/ 3104973 h 3111267"/>
              <a:gd name="connsiteX8" fmla="*/ 0 w 2323626"/>
              <a:gd name="connsiteY8" fmla="*/ 668189 h 3111267"/>
              <a:gd name="connsiteX9" fmla="*/ 49764 w 2323626"/>
              <a:gd name="connsiteY9" fmla="*/ 174544 h 3111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3626" h="3111267">
                <a:moveTo>
                  <a:pt x="94643" y="0"/>
                </a:moveTo>
                <a:lnTo>
                  <a:pt x="963280" y="0"/>
                </a:lnTo>
                <a:lnTo>
                  <a:pt x="947119" y="33549"/>
                </a:lnTo>
                <a:cubicBezTo>
                  <a:pt x="864614" y="228612"/>
                  <a:pt x="818991" y="443073"/>
                  <a:pt x="818991" y="668189"/>
                </a:cubicBezTo>
                <a:cubicBezTo>
                  <a:pt x="818991" y="1512376"/>
                  <a:pt x="1460568" y="2206715"/>
                  <a:pt x="2282726" y="2290209"/>
                </a:cubicBezTo>
                <a:lnTo>
                  <a:pt x="2323626" y="2292275"/>
                </a:lnTo>
                <a:lnTo>
                  <a:pt x="2323626" y="3111267"/>
                </a:lnTo>
                <a:lnTo>
                  <a:pt x="2198990" y="3104973"/>
                </a:lnTo>
                <a:cubicBezTo>
                  <a:pt x="963850" y="2979538"/>
                  <a:pt x="0" y="1936423"/>
                  <a:pt x="0" y="668189"/>
                </a:cubicBezTo>
                <a:cubicBezTo>
                  <a:pt x="0" y="499091"/>
                  <a:pt x="17135" y="333996"/>
                  <a:pt x="49764" y="174544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66" name="Freeform: Shape 1265">
            <a:extLst>
              <a:ext uri="{FF2B5EF4-FFF2-40B4-BE49-F238E27FC236}">
                <a16:creationId xmlns:a16="http://schemas.microsoft.com/office/drawing/2014/main" id="{F92A3F2D-F424-43A3-88B0-FB258A0C1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26085"/>
            <a:ext cx="2372980" cy="2023523"/>
          </a:xfrm>
          <a:custGeom>
            <a:avLst/>
            <a:gdLst>
              <a:gd name="connsiteX0" fmla="*/ 0 w 2372980"/>
              <a:gd name="connsiteY0" fmla="*/ 0 h 2023523"/>
              <a:gd name="connsiteX1" fmla="*/ 213128 w 2372980"/>
              <a:gd name="connsiteY1" fmla="*/ 10763 h 2023523"/>
              <a:gd name="connsiteX2" fmla="*/ 2362355 w 2372980"/>
              <a:gd name="connsiteY2" fmla="*/ 1953901 h 2023523"/>
              <a:gd name="connsiteX3" fmla="*/ 2372980 w 2372980"/>
              <a:gd name="connsiteY3" fmla="*/ 2023523 h 2023523"/>
              <a:gd name="connsiteX4" fmla="*/ 1535462 w 2372980"/>
              <a:gd name="connsiteY4" fmla="*/ 2023523 h 2023523"/>
              <a:gd name="connsiteX5" fmla="*/ 1519824 w 2372980"/>
              <a:gd name="connsiteY5" fmla="*/ 1962704 h 2023523"/>
              <a:gd name="connsiteX6" fmla="*/ 129390 w 2372980"/>
              <a:gd name="connsiteY6" fmla="*/ 825526 h 2023523"/>
              <a:gd name="connsiteX7" fmla="*/ 0 w 2372980"/>
              <a:gd name="connsiteY7" fmla="*/ 818992 h 202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72980" h="2023523">
                <a:moveTo>
                  <a:pt x="0" y="0"/>
                </a:moveTo>
                <a:lnTo>
                  <a:pt x="213128" y="10763"/>
                </a:lnTo>
                <a:cubicBezTo>
                  <a:pt x="1283583" y="119473"/>
                  <a:pt x="2150269" y="917463"/>
                  <a:pt x="2362355" y="1953901"/>
                </a:cubicBezTo>
                <a:lnTo>
                  <a:pt x="2372980" y="2023523"/>
                </a:lnTo>
                <a:lnTo>
                  <a:pt x="1535462" y="2023523"/>
                </a:lnTo>
                <a:lnTo>
                  <a:pt x="1519824" y="1962704"/>
                </a:lnTo>
                <a:cubicBezTo>
                  <a:pt x="1329271" y="1350058"/>
                  <a:pt x="787117" y="892322"/>
                  <a:pt x="129390" y="825526"/>
                </a:cubicBezTo>
                <a:lnTo>
                  <a:pt x="0" y="8189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68" name="Group 1267">
            <a:extLst>
              <a:ext uri="{FF2B5EF4-FFF2-40B4-BE49-F238E27FC236}">
                <a16:creationId xmlns:a16="http://schemas.microsoft.com/office/drawing/2014/main" id="{E8BBA9B4-EF00-4579-A73A-061C5F90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69" name="Straight Connector 1268">
              <a:extLst>
                <a:ext uri="{FF2B5EF4-FFF2-40B4-BE49-F238E27FC236}">
                  <a16:creationId xmlns:a16="http://schemas.microsoft.com/office/drawing/2014/main" id="{2671F1C5-E931-49D9-9767-24576DE53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Straight Connector 1269">
              <a:extLst>
                <a:ext uri="{FF2B5EF4-FFF2-40B4-BE49-F238E27FC236}">
                  <a16:creationId xmlns:a16="http://schemas.microsoft.com/office/drawing/2014/main" id="{6046BA41-68C0-40C2-BC53-B4CEE4497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1270">
              <a:extLst>
                <a:ext uri="{FF2B5EF4-FFF2-40B4-BE49-F238E27FC236}">
                  <a16:creationId xmlns:a16="http://schemas.microsoft.com/office/drawing/2014/main" id="{376E7620-A012-4D01-82AC-46D48B7ED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1271">
              <a:extLst>
                <a:ext uri="{FF2B5EF4-FFF2-40B4-BE49-F238E27FC236}">
                  <a16:creationId xmlns:a16="http://schemas.microsoft.com/office/drawing/2014/main" id="{45B0D3EE-EC46-46BC-91C4-5DF8E2395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3" name="Straight Connector 1272">
              <a:extLst>
                <a:ext uri="{FF2B5EF4-FFF2-40B4-BE49-F238E27FC236}">
                  <a16:creationId xmlns:a16="http://schemas.microsoft.com/office/drawing/2014/main" id="{C6B0B37E-E738-4DEC-9C41-BF6269C06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273">
              <a:extLst>
                <a:ext uri="{FF2B5EF4-FFF2-40B4-BE49-F238E27FC236}">
                  <a16:creationId xmlns:a16="http://schemas.microsoft.com/office/drawing/2014/main" id="{43AFB8B0-64A4-4D83-9BD8-9E66B562B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1274">
              <a:extLst>
                <a:ext uri="{FF2B5EF4-FFF2-40B4-BE49-F238E27FC236}">
                  <a16:creationId xmlns:a16="http://schemas.microsoft.com/office/drawing/2014/main" id="{ED476192-29F6-47CF-BCF9-7380667EE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Straight Connector 1275">
              <a:extLst>
                <a:ext uri="{FF2B5EF4-FFF2-40B4-BE49-F238E27FC236}">
                  <a16:creationId xmlns:a16="http://schemas.microsoft.com/office/drawing/2014/main" id="{E0DFCCF7-D983-4E21-9508-BD55CE628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A5B9C6DA-F76E-45A2-8BB3-40FAF6D8C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" name="Straight Connector 1277">
              <a:extLst>
                <a:ext uri="{FF2B5EF4-FFF2-40B4-BE49-F238E27FC236}">
                  <a16:creationId xmlns:a16="http://schemas.microsoft.com/office/drawing/2014/main" id="{64210E6D-AADD-4805-A5EA-9A52D0D30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9" name="Straight Connector 1278">
              <a:extLst>
                <a:ext uri="{FF2B5EF4-FFF2-40B4-BE49-F238E27FC236}">
                  <a16:creationId xmlns:a16="http://schemas.microsoft.com/office/drawing/2014/main" id="{575DC64F-453E-4AEA-AE65-D99FAE789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8D802B56-7408-46D4-8EAA-BE6E22347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51C2DD0F-4A07-4510-B9BC-EE4560F6D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Straight Connector 1281">
              <a:extLst>
                <a:ext uri="{FF2B5EF4-FFF2-40B4-BE49-F238E27FC236}">
                  <a16:creationId xmlns:a16="http://schemas.microsoft.com/office/drawing/2014/main" id="{CD788BD1-17A6-41DE-9EFA-533C6D3D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49AC2388-5F15-4D60-B816-F7AC60F7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926E0780-8DF3-4637-8C1A-7A3E623B0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59CE402E-8C2D-4EC6-A180-FBF8116EE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65F8AC4E-9C7D-42D3-89A2-33C30FA51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286">
              <a:extLst>
                <a:ext uri="{FF2B5EF4-FFF2-40B4-BE49-F238E27FC236}">
                  <a16:creationId xmlns:a16="http://schemas.microsoft.com/office/drawing/2014/main" id="{77F715C8-AA23-4912-8669-61553682B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0F183C1D-030E-4775-9670-0936C809C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670DC51B-15B9-4F37-9BF3-F4E762B92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33834603-F0EF-42F7-8341-C4BF2931D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83E31C74-18A8-4EB2-8034-B2BF4C20E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63E618E4-2AD8-4E68-AEEE-8D11DC4D1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35CBF929-71E3-4CCC-A912-A0E1D135F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2AB384EE-8795-4C64-B229-D57CB4BAD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D10E8CCD-425C-4DCD-A08B-8947BAC17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Straight Connector 1295">
              <a:extLst>
                <a:ext uri="{FF2B5EF4-FFF2-40B4-BE49-F238E27FC236}">
                  <a16:creationId xmlns:a16="http://schemas.microsoft.com/office/drawing/2014/main" id="{DEDFBB1E-CA08-43FD-9A7A-F1B29EFDB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Straight Connector 1296">
              <a:extLst>
                <a:ext uri="{FF2B5EF4-FFF2-40B4-BE49-F238E27FC236}">
                  <a16:creationId xmlns:a16="http://schemas.microsoft.com/office/drawing/2014/main" id="{623D0689-9AC6-4F16-AFFD-D68F95A0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10733204" cy="27844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800" b="1" dirty="0">
                <a:solidFill>
                  <a:schemeClr val="tx2"/>
                </a:solidFill>
              </a:rPr>
              <a:t>Note:</a:t>
            </a:r>
            <a:br>
              <a:rPr lang="en-US" sz="3800" b="1" dirty="0">
                <a:solidFill>
                  <a:schemeClr val="tx2"/>
                </a:solidFill>
              </a:rPr>
            </a:b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Dependent variable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sym typeface="Wingdings" panose="05000000000000000000" pitchFamily="2" charset="2"/>
              </a:rPr>
              <a:t> target productivity </a:t>
            </a:r>
            <a:b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sym typeface="Wingdings" panose="05000000000000000000" pitchFamily="2" charset="2"/>
              </a:rPr>
            </a:b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sym typeface="Wingdings" panose="05000000000000000000" pitchFamily="2" charset="2"/>
              </a:rPr>
              <a:t>Ind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ependent variable-&gt;</a:t>
            </a:r>
            <a:r>
              <a:rPr lang="en-US" altLang="en-US" sz="3800" dirty="0" err="1">
                <a:solidFill>
                  <a:schemeClr val="tx2"/>
                </a:solidFill>
                <a:sym typeface="Wingdings" panose="05000000000000000000" pitchFamily="2" charset="2"/>
              </a:rPr>
              <a:t>screen_time_hours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, </a:t>
            </a:r>
            <a:r>
              <a:rPr lang="en-US" altLang="en-US" sz="3800" dirty="0" err="1">
                <a:solidFill>
                  <a:schemeClr val="tx2"/>
                </a:solidFill>
                <a:sym typeface="Wingdings" panose="05000000000000000000" pitchFamily="2" charset="2"/>
              </a:rPr>
              <a:t>sleep_hours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 ,</a:t>
            </a:r>
            <a:r>
              <a:rPr lang="en-US" altLang="en-US" sz="3800" dirty="0" err="1">
                <a:solidFill>
                  <a:schemeClr val="tx2"/>
                </a:solidFill>
                <a:sym typeface="Wingdings" panose="05000000000000000000" pitchFamily="2" charset="2"/>
              </a:rPr>
              <a:t>social_media_hours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, </a:t>
            </a:r>
            <a:r>
              <a:rPr lang="en-US" altLang="en-US" sz="3800" dirty="0" err="1">
                <a:solidFill>
                  <a:schemeClr val="tx2"/>
                </a:solidFill>
                <a:sym typeface="Wingdings" panose="05000000000000000000" pitchFamily="2" charset="2"/>
              </a:rPr>
              <a:t>study_hours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.</a:t>
            </a:r>
            <a:b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</a:b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intermediate variable </a:t>
            </a:r>
            <a:r>
              <a:rPr lang="en-US" altLang="en-US" sz="3800" dirty="0" err="1">
                <a:solidFill>
                  <a:schemeClr val="tx2"/>
                </a:solidFill>
                <a:sym typeface="Wingdings" panose="05000000000000000000" pitchFamily="2" charset="2"/>
              </a:rPr>
              <a:t>Coginitive_test_score</a:t>
            </a:r>
            <a:r>
              <a:rPr lang="en-US" altLang="en-US" sz="38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CDA845-4B4F-98B6-EE86-41654E4B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BDAF595-1D44-78AA-899A-3488CA43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81" y="1877566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pic>
        <p:nvPicPr>
          <p:cNvPr id="15" name="Picture 14" descr="A grey background with white text&#10;&#10;Description automatically generated">
            <a:extLst>
              <a:ext uri="{FF2B5EF4-FFF2-40B4-BE49-F238E27FC236}">
                <a16:creationId xmlns:a16="http://schemas.microsoft.com/office/drawing/2014/main" id="{7CD1F22A-F12C-7E8C-79B8-EFC39C0B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45" y="4056379"/>
            <a:ext cx="70485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Rectangle 106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2" name="Freeform: Shape 110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4" name="Freeform: Shape 110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Connector 1132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Straight Connector 1135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Straight Connector 1136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9" name="Freeform: Shape 1138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42" name="Straight Connector 1141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Straight Connector 1144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Straight Connector 1145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Straight Connector 1146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Straight Connector 1153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Straight Connector 1160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Straight Connector 1162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Straight Connector 1163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Straight Connector 1165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Straight Connector 1168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Straight Connector 1169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72" name="Rectangle 117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6" name="Right Triangle 117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80" name="Group 1179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181" name="Straight Connector 1180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1182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Straight Connector 1183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Straight Connector 1184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1185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" name="Straight Connector 1186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Straight Connector 1187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Straight Connector 1188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Straight Connector 1189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1" name="Straight Connector 1190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Straight Connector 1191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Straight Connector 1192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Straight Connector 1194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Straight Connector 1195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7" name="Straight Connector 1196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Straight Connector 1197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" name="Straight Connector 1198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Straight Connector 1199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Straight Connector 1200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Straight Connector 1201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3" name="Straight Connector 1202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Straight Connector 1203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Connector 1204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Straight Connector 1205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Straight Connector 1206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Straight Connector 1207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9" name="Straight Connector 1208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732348"/>
            <a:ext cx="441960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100" b="1" dirty="0">
                <a:solidFill>
                  <a:schemeClr val="tx2"/>
                </a:solidFill>
              </a:rPr>
              <a:t> 1.  CORRELATION HEATMAP</a:t>
            </a:r>
            <a:br>
              <a:rPr lang="en-US" sz="2100" b="1" dirty="0">
                <a:solidFill>
                  <a:schemeClr val="tx2"/>
                </a:solidFill>
              </a:rPr>
            </a:br>
            <a:br>
              <a:rPr lang="en-US" sz="2100" dirty="0">
                <a:solidFill>
                  <a:schemeClr val="tx2"/>
                </a:solidFill>
              </a:rPr>
            </a:br>
            <a:endParaRPr lang="en-US" sz="2100" dirty="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CDA845-4B4F-98B6-EE86-41654E4B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/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 Time vs Cognitive Score →</a:t>
            </a:r>
          </a:p>
          <a:p>
            <a:r>
              <a:rPr lang="en-US" dirty="0"/>
              <a:t> </a:t>
            </a:r>
            <a:r>
              <a:rPr lang="en-US" b="1" dirty="0"/>
              <a:t>-0.81 (Strong negative)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Sleep → Positive relationship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Stress → Negative relationship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75EDB-AF8F-9312-4BDE-859135139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636" y="1039893"/>
            <a:ext cx="6496832" cy="49268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BDAF595-1D44-78AA-899A-3488CA43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485" y="12768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349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Rectangle 812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819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820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821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823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828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830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831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832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833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834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838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842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6" name="Freeform: Shape 845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8" name="Freeform: Shape 847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52" name="Group 851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855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857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865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3" name="Freeform: Shape 882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85" name="Group 884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86" name="Straight Connector 885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916" name="Rectangle 915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26222098-34BD-4328-93AF-F8000B8A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20" name="Right Triangle 919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5255" y="-27798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" name="Freeform: Shape 921">
            <a:extLst>
              <a:ext uri="{FF2B5EF4-FFF2-40B4-BE49-F238E27FC236}">
                <a16:creationId xmlns:a16="http://schemas.microsoft.com/office/drawing/2014/main" id="{853F99AE-CDDD-4AA6-B570-8A6E693F2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3" y="4554328"/>
            <a:ext cx="12228078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926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732348"/>
            <a:ext cx="5747015" cy="20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KPI DASHBOARD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CDA845-4B4F-98B6-EE86-41654E4B9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5368" y="732348"/>
            <a:ext cx="4955351" cy="20108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Avg Screen Time →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5.97 hrs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Cognitive Score →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90.60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Productivity →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88.38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Sleep →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7.01 hrs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43129-3DD3-B337-4E02-093E8C2C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80" y="4140912"/>
            <a:ext cx="9952535" cy="920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7930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Rectangle 106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3" name="Freeform: Shape 110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5" name="Freeform: Shape 110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7" name="Freeform: Shape 1106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Connector 1132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Straight Connector 1135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Straight Connector 1136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40" name="Rectangle 1139">
            <a:extLst>
              <a:ext uri="{FF2B5EF4-FFF2-40B4-BE49-F238E27FC236}">
                <a16:creationId xmlns:a16="http://schemas.microsoft.com/office/drawing/2014/main" id="{8E7E1993-6448-42F8-8FB3-76104F45B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F40B5B8B-1859-452F-A82A-CDD8D2518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44" name="Right Triangle 1143">
            <a:extLst>
              <a:ext uri="{FF2B5EF4-FFF2-40B4-BE49-F238E27FC236}">
                <a16:creationId xmlns:a16="http://schemas.microsoft.com/office/drawing/2014/main" id="{65BF84F9-3CC3-492E-BF19-8E32FBB3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" name="Flowchart: Document 1145">
            <a:extLst>
              <a:ext uri="{FF2B5EF4-FFF2-40B4-BE49-F238E27FC236}">
                <a16:creationId xmlns:a16="http://schemas.microsoft.com/office/drawing/2014/main" id="{0CCF3E0C-EF46-4FD7-8134-966F9FE8B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47B3131A-B518-43E5-A896-E9D654A4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837" y="-76200"/>
            <a:ext cx="12214827" cy="6858000"/>
            <a:chOff x="-6214" y="-1"/>
            <a:chExt cx="12214827" cy="6858000"/>
          </a:xfrm>
        </p:grpSpPr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476355E6-7A00-4B30-A47B-80EF0D0D6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97D0B06C-9FFD-42E8-B19F-062C248CD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95291278-5FDA-45C6-B93E-1FA6D9130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FFF95DF7-BFEE-4791-A691-BAF693F3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C7C504F1-5AA9-45F5-9030-2253388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Straight Connector 1153">
              <a:extLst>
                <a:ext uri="{FF2B5EF4-FFF2-40B4-BE49-F238E27FC236}">
                  <a16:creationId xmlns:a16="http://schemas.microsoft.com/office/drawing/2014/main" id="{ED75999E-3496-4713-8046-AC17DB266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06B91000-D71E-40A8-AA8F-E9BB106A8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9A9D188E-6FDB-47DE-A5FB-728E56BD0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Straight Connector 1156">
              <a:extLst>
                <a:ext uri="{FF2B5EF4-FFF2-40B4-BE49-F238E27FC236}">
                  <a16:creationId xmlns:a16="http://schemas.microsoft.com/office/drawing/2014/main" id="{DD98C242-C677-4CF5-A189-52C3ADAF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A9D7CD7F-137F-42DC-AFFA-52D9B8DF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9E3C1C05-EF55-47B3-B1D8-54911633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8E6BE961-4385-4384-B028-D57AA88EF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Straight Connector 1160">
              <a:extLst>
                <a:ext uri="{FF2B5EF4-FFF2-40B4-BE49-F238E27FC236}">
                  <a16:creationId xmlns:a16="http://schemas.microsoft.com/office/drawing/2014/main" id="{F98288B9-9DC0-41DF-BDC2-329675E14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AA97B8C6-FF63-4B6A-913C-50CB2EB7B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Straight Connector 1162">
              <a:extLst>
                <a:ext uri="{FF2B5EF4-FFF2-40B4-BE49-F238E27FC236}">
                  <a16:creationId xmlns:a16="http://schemas.microsoft.com/office/drawing/2014/main" id="{F3734427-CEE3-45F9-8CDE-7DC289716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Straight Connector 1163">
              <a:extLst>
                <a:ext uri="{FF2B5EF4-FFF2-40B4-BE49-F238E27FC236}">
                  <a16:creationId xmlns:a16="http://schemas.microsoft.com/office/drawing/2014/main" id="{F5443404-2D71-4E54-86D6-DB0D769AA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5C94E908-A14E-4E7A-B4FC-BB9D82FD0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Straight Connector 1165">
              <a:extLst>
                <a:ext uri="{FF2B5EF4-FFF2-40B4-BE49-F238E27FC236}">
                  <a16:creationId xmlns:a16="http://schemas.microsoft.com/office/drawing/2014/main" id="{A2E257B4-59EA-43CC-A20C-D2755D26B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>
              <a:extLst>
                <a:ext uri="{FF2B5EF4-FFF2-40B4-BE49-F238E27FC236}">
                  <a16:creationId xmlns:a16="http://schemas.microsoft.com/office/drawing/2014/main" id="{11037FBF-2F84-4578-9624-4E6D10766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526E3BDC-D7FC-4C7E-9F35-1D05C9D54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Straight Connector 1168">
              <a:extLst>
                <a:ext uri="{FF2B5EF4-FFF2-40B4-BE49-F238E27FC236}">
                  <a16:creationId xmlns:a16="http://schemas.microsoft.com/office/drawing/2014/main" id="{4E39965B-216F-478B-8653-0F7B877C0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Straight Connector 1169">
              <a:extLst>
                <a:ext uri="{FF2B5EF4-FFF2-40B4-BE49-F238E27FC236}">
                  <a16:creationId xmlns:a16="http://schemas.microsoft.com/office/drawing/2014/main" id="{E2116FC6-1CFC-4E87-8431-E7833BFB7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Straight Connector 1170">
              <a:extLst>
                <a:ext uri="{FF2B5EF4-FFF2-40B4-BE49-F238E27FC236}">
                  <a16:creationId xmlns:a16="http://schemas.microsoft.com/office/drawing/2014/main" id="{97829DA6-D97C-490E-BEEF-83832787D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Connector 1171">
              <a:extLst>
                <a:ext uri="{FF2B5EF4-FFF2-40B4-BE49-F238E27FC236}">
                  <a16:creationId xmlns:a16="http://schemas.microsoft.com/office/drawing/2014/main" id="{9495B6D3-A3B6-4636-A210-AFC128284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Straight Connector 1172">
              <a:extLst>
                <a:ext uri="{FF2B5EF4-FFF2-40B4-BE49-F238E27FC236}">
                  <a16:creationId xmlns:a16="http://schemas.microsoft.com/office/drawing/2014/main" id="{A2462476-3252-49A1-93CE-4FA22B830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Straight Connector 1173">
              <a:extLst>
                <a:ext uri="{FF2B5EF4-FFF2-40B4-BE49-F238E27FC236}">
                  <a16:creationId xmlns:a16="http://schemas.microsoft.com/office/drawing/2014/main" id="{E3C18803-7708-483D-8CE3-0992784BB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Straight Connector 1174">
              <a:extLst>
                <a:ext uri="{FF2B5EF4-FFF2-40B4-BE49-F238E27FC236}">
                  <a16:creationId xmlns:a16="http://schemas.microsoft.com/office/drawing/2014/main" id="{8B4024AE-5222-4804-AA42-E7A4C0B97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414FBE75-ECC4-4BB7-92B2-74D6CF686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F7061C60-9F4E-4144-B974-AFB802AF4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640" y="79370"/>
            <a:ext cx="10814932" cy="1206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>
                <a:solidFill>
                  <a:schemeClr val="tx2"/>
                </a:solidFill>
              </a:rPr>
              <a:t>Screen Time on Cognitive Performance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0E12F5-6E14-CF9D-CC82-86CE7D2000CF}"/>
              </a:ext>
            </a:extLst>
          </p:cNvPr>
          <p:cNvSpPr txBox="1"/>
          <p:nvPr/>
        </p:nvSpPr>
        <p:spPr>
          <a:xfrm>
            <a:off x="293740" y="1425215"/>
            <a:ext cx="3614227" cy="1901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Observation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Downward trend in data 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Most students: 4–10 </a:t>
            </a:r>
            <a:r>
              <a:rPr lang="en-US" dirty="0" err="1">
                <a:solidFill>
                  <a:schemeClr val="tx2"/>
                </a:solidFill>
              </a:rPr>
              <a:t>hrs</a:t>
            </a:r>
            <a:r>
              <a:rPr lang="en-US" dirty="0">
                <a:solidFill>
                  <a:schemeClr val="tx2"/>
                </a:solidFill>
              </a:rPr>
              <a:t> screen time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Avg Screen Time → </a:t>
            </a:r>
            <a:r>
              <a:rPr lang="en-US" b="1" dirty="0">
                <a:solidFill>
                  <a:schemeClr val="tx2"/>
                </a:solidFill>
              </a:rPr>
              <a:t>5.97 </a:t>
            </a:r>
            <a:r>
              <a:rPr lang="en-US" b="1" dirty="0" err="1">
                <a:solidFill>
                  <a:schemeClr val="tx2"/>
                </a:solidFill>
              </a:rPr>
              <a:t>hrs</a:t>
            </a:r>
            <a:endParaRPr lang="en-US" dirty="0">
              <a:solidFill>
                <a:schemeClr val="tx2"/>
              </a:solidFill>
            </a:endParaRP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Avg Cognitive Score → </a:t>
            </a:r>
            <a:r>
              <a:rPr lang="en-US" b="1" dirty="0">
                <a:solidFill>
                  <a:schemeClr val="tx2"/>
                </a:solidFill>
              </a:rPr>
              <a:t>90.60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48C28-D580-9390-BC8A-CA5325A1D3D7}"/>
              </a:ext>
            </a:extLst>
          </p:cNvPr>
          <p:cNvSpPr txBox="1"/>
          <p:nvPr/>
        </p:nvSpPr>
        <p:spPr>
          <a:xfrm>
            <a:off x="453142" y="3602038"/>
            <a:ext cx="3509247" cy="145380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8FC74E-8E57-9FE4-CFDA-46A1437CCA4D}"/>
              </a:ext>
            </a:extLst>
          </p:cNvPr>
          <p:cNvSpPr txBox="1"/>
          <p:nvPr/>
        </p:nvSpPr>
        <p:spPr>
          <a:xfrm>
            <a:off x="626074" y="3799737"/>
            <a:ext cx="5414255" cy="15605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r>
              <a:rPr lang="en-US" sz="1600" b="1" kern="1200" dirty="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Insights</a:t>
            </a:r>
          </a:p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r>
              <a:rPr lang="en-US" sz="1600" kern="1200" dirty="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Higher screen time → lower cognitive score</a:t>
            </a:r>
          </a:p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r>
              <a:rPr lang="en-US" sz="1600" kern="1200" dirty="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Lower screen time → better performance</a:t>
            </a:r>
          </a:p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r>
              <a:rPr lang="en-US" sz="1600" kern="1200" dirty="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Performance drops after ~6 hours</a:t>
            </a:r>
          </a:p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r>
              <a:rPr lang="en-US" sz="1600" kern="1200" dirty="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Same pattern for both genders</a:t>
            </a:r>
          </a:p>
          <a:p>
            <a:pPr>
              <a:spcBef>
                <a:spcPts val="1000"/>
              </a:spcBef>
              <a:buClr>
                <a:schemeClr val="bg1"/>
              </a:buClr>
              <a:buSzPct val="75000"/>
            </a:pPr>
            <a:endParaRPr lang="en-US" sz="1600" kern="1200" dirty="0">
              <a:solidFill>
                <a:schemeClr val="tx2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2" name="Picture 51" descr="A screen shot of a graph&#10;&#10;Description automatically generated">
            <a:extLst>
              <a:ext uri="{FF2B5EF4-FFF2-40B4-BE49-F238E27FC236}">
                <a16:creationId xmlns:a16="http://schemas.microsoft.com/office/drawing/2014/main" id="{36C136DE-5FC1-431F-C41E-42638B2F0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134" y="1714025"/>
            <a:ext cx="5994039" cy="445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7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Straight Connector 1141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Straight Connector 1144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Straight Connector 1145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Straight Connector 1146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858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865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3" name="Freeform: Shape 115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5" name="Freeform: Shape 115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0" name="Straight Connector 1159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Straight Connector 1160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Straight Connector 1162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Straight Connector 1163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Straight Connector 1164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Straight Connector 1165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Straight Connector 1167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Straight Connector 1168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Straight Connector 1169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Straight Connector 1170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Connector 1171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Straight Connector 1172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Straight Connector 1173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Straight Connector 1174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Straight Connector 1177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Straight Connector 1178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Straight Connector 1179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Straight Connector 1180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1182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Straight Connector 1183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Straight Connector 1184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1185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" name="Straight Connector 1186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Straight Connector 1187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0" name="Freeform: Shape 1189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93" name="Straight Connector 1192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Straight Connector 1194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Straight Connector 1195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7" name="Straight Connector 1196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Straight Connector 1197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" name="Straight Connector 1198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Straight Connector 1199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Straight Connector 1200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Straight Connector 1201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3" name="Straight Connector 1202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Straight Connector 1203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Connector 1204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Straight Connector 1205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Straight Connector 1206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Straight Connector 1207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9" name="Straight Connector 1208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0" name="Straight Connector 1209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1" name="Straight Connector 1210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Straight Connector 1211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Straight Connector 1212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Straight Connector 1213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Straight Connector 1214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Straight Connector 1215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Straight Connector 1216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223" name="Rectangle 122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27" name="Right Triangle 122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31" name="Group 1230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232" name="Straight Connector 1231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Straight Connector 1232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Straight Connector 1233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Straight Connector 1234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1250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2" name="Straight Connector 1251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1252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4" name="Straight Connector 1253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1254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Straight Connector 1255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1256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Straight Connector 1257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1258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0" name="Straight Connector 1259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732348"/>
            <a:ext cx="441960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SCREEN TIME CATEGORY ANALYSIS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Insights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Performance decreases as screen time increases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Clear difference between categories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 descr="A chart of different colors&#10;&#10;Description automatically generated">
            <a:extLst>
              <a:ext uri="{FF2B5EF4-FFF2-40B4-BE49-F238E27FC236}">
                <a16:creationId xmlns:a16="http://schemas.microsoft.com/office/drawing/2014/main" id="{5A60D4B6-2584-EE93-07F7-CD5843730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767" y="1660001"/>
            <a:ext cx="6795701" cy="368666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844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Rectangle 1264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67" name="Group 1266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68" name="Straight Connector 1267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1268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Straight Connector 1269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1270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1271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3" name="Straight Connector 1272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273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1274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Straight Connector 1275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" name="Straight Connector 1277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9" name="Straight Connector 1278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831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832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833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834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838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841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842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1" name="Freeform: Shape 128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83" name="Freeform: Shape 128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1289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Straight Connector 1290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1291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1292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Straight Connector 1293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Straight Connector 1294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Straight Connector 1295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Straight Connector 1296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Straight Connector 1297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1298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1299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1" name="Straight Connector 1300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2" name="Straight Connector 1301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3" name="Straight Connector 1302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Straight Connector 1303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1304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6" name="Straight Connector 1305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7" name="Straight Connector 1306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1307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Straight Connector 1308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1309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1" name="Straight Connector 1310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1311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3" name="Straight Connector 1312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1313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5" name="Straight Connector 1314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6" name="Straight Connector 1315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8" name="Freeform: Shape 1317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20" name="Group 1319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21" name="Straight Connector 1320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2" name="Straight Connector 1321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3" name="Straight Connector 1322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1323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1324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6" name="Straight Connector 1325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1326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8" name="Straight Connector 1327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1328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0" name="Straight Connector 1329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1330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" name="Straight Connector 1331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1332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" name="Straight Connector 1333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Straight Connector 1334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1335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1336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8" name="Straight Connector 1337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1338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0" name="Straight Connector 1339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1" name="Straight Connector 1340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1341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3" name="Straight Connector 1342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1343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5" name="Straight Connector 1344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1345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1346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8" name="Straight Connector 1347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1348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351" name="Rectangle 135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7EE60796-BC52-4154-A3A9-773DE828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55" name="Right Triangle 1354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51324" y="1555703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7" name="Flowchart: Document 1356">
            <a:extLst>
              <a:ext uri="{FF2B5EF4-FFF2-40B4-BE49-F238E27FC236}">
                <a16:creationId xmlns:a16="http://schemas.microsoft.com/office/drawing/2014/main" id="{BFEC1042-3FDC-47A3-BCD7-CA9D052F9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359" name="Group 1358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360" name="Straight Connector 1359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1" name="Straight Connector 1360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1361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3" name="Straight Connector 1362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4" name="Straight Connector 1363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5" name="Straight Connector 1364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1365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7" name="Straight Connector 1366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1367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9" name="Straight Connector 1368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0" name="Straight Connector 1369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1" name="Straight Connector 1370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1371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3" name="Straight Connector 1372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1373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5" name="Straight Connector 1374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1375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7" name="Straight Connector 1376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1377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1378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0" name="Straight Connector 1379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4" name="Straight Connector 1383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5" name="Straight Connector 1384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1385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7" name="Straight Connector 1386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1387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32348"/>
            <a:ext cx="615916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SLEEP ANALYSIS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64832"/>
            <a:ext cx="6159160" cy="15047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Insights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Performance increases with sleep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Best performance at 7+ hours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7" descr="A graph of sleep and sleep&#10;&#10;Description automatically generated">
            <a:extLst>
              <a:ext uri="{FF2B5EF4-FFF2-40B4-BE49-F238E27FC236}">
                <a16:creationId xmlns:a16="http://schemas.microsoft.com/office/drawing/2014/main" id="{9CD61C8E-1DE5-4CF9-A339-E833EC071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14" y="1681315"/>
            <a:ext cx="5009616" cy="360340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6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Rectangle 1520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23" name="Group 1522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24" name="Straight Connector 1523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1524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6" name="Straight Connector 1525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1526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8" name="Straight Connector 1527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9" name="Straight Connector 1528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0" name="Straight Connector 1529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1" name="Straight Connector 1530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1531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3" name="Straight Connector 1532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4" name="Straight Connector 1533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5" name="Straight Connector 1534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Straight Connector 123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Straight Connector 123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Straight Connector 123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7" name="Freeform: Shape 1536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39" name="Freeform: Shape 1538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41" name="Rectangle 1540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43" name="Group 1542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44" name="Straight Connector 1543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1544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6" name="Straight Connector 1545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7" name="Straight Connector 1546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8" name="Straight Connector 1547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1548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Straight Connector 1549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1550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Straight Connector 1551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1552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4" name="Straight Connector 1553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5" name="Straight Connector 1554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1555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7" name="Straight Connector 1556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8" name="Straight Connector 1557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8" name="Straight Connector 1567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1568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1569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1" name="Straight Connector 1570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2" name="Straight Connector 1571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4" name="Freeform: Shape 1573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76" name="Group 1575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77" name="Straight Connector 1576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1577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Straight Connector 1578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1579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1580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1583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1585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1586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1588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1590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2" name="Straight Connector 1591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3" name="Straight Connector 1592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4" name="Straight Connector 1593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1594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6" name="Straight Connector 1595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1596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1597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1598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1" name="Straight Connector 1600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3" name="Straight Connector 1602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1603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1604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07" name="Rectangle 160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09" name="Rectangle 1608">
            <a:extLst>
              <a:ext uri="{FF2B5EF4-FFF2-40B4-BE49-F238E27FC236}">
                <a16:creationId xmlns:a16="http://schemas.microsoft.com/office/drawing/2014/main" id="{26222098-34BD-4328-93AF-F8000B8A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11" name="Right Triangle 1610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5255" y="-27798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3" name="Freeform: Shape 1612">
            <a:extLst>
              <a:ext uri="{FF2B5EF4-FFF2-40B4-BE49-F238E27FC236}">
                <a16:creationId xmlns:a16="http://schemas.microsoft.com/office/drawing/2014/main" id="{853F99AE-CDDD-4AA6-B570-8A6E693F2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3" y="4554328"/>
            <a:ext cx="12228078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15" name="Group 161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16" name="Straight Connector 161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7" name="Straight Connector 161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8" name="Straight Connector 161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161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161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162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162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162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162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162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162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Straight Connector 162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162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Straight Connector 162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Straight Connector 162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163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Straight Connector 163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Straight Connector 163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163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Straight Connector 163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Straight Connector 163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163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163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Straight Connector 163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163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164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2" name="Straight Connector 164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164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4" name="Straight Connector 164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732348"/>
            <a:ext cx="5747015" cy="20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STRESS ANALYSIS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5368" y="732348"/>
            <a:ext cx="4955351" cy="20108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Insights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Productivity decreases with stress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High stress significantly reduces performance</a:t>
            </a:r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9D12C9-9F62-3000-1E6B-A07F65B30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80" y="3618404"/>
            <a:ext cx="9952535" cy="196562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056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Rectangle 164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51" name="Group 165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52" name="Straight Connector 165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3" name="Straight Connector 165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4" name="Straight Connector 165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5" name="Straight Connector 165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6" name="Straight Connector 165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7" name="Straight Connector 165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8" name="Straight Connector 165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9" name="Straight Connector 165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0" name="Straight Connector 165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1" name="Straight Connector 166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2" name="Straight Connector 166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3" name="Straight Connector 166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Straight Connector 1215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Straight Connector 1216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Straight Connector 1222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Straight Connector 1223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Straight Connector 1224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Straight Connector 1225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Straight Connector 1226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Straight Connector 1227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" name="Straight Connector 1228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" name="Straight Connector 1229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1" name="Straight Connector 1230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Straight Connector 1231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5" name="Freeform: Shape 1664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67" name="Freeform: Shape 1666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71" name="Group 1670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72" name="Straight Connector 1671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3" name="Straight Connector 1672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4" name="Straight Connector 1673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5" name="Straight Connector 1674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6" name="Straight Connector 1675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7" name="Straight Connector 1676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8" name="Straight Connector 1677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1678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1679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1" name="Straight Connector 1680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1681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3" name="Straight Connector 1682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1684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6" name="Straight Connector 1685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1686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8" name="Straight Connector 1687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1688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0" name="Straight Connector 1689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1690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2" name="Straight Connector 1691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3" name="Straight Connector 1692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1693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5" name="Straight Connector 1694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6" name="Straight Connector 1695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1696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1697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1698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1699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2" name="Freeform: Shape 1701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04" name="Group 1703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05" name="Straight Connector 1704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6" name="Straight Connector 1705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1706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8" name="Straight Connector 1707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9" name="Straight Connector 1708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1709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Straight Connector 1710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2" name="Straight Connector 1711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1712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1713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5" name="Straight Connector 1714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1715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7" name="Straight Connector 1716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Straight Connector 1717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Straight Connector 1718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1719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1720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1721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Straight Connector 1722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1723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1724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1725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1726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1727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1728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1729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1730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1731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1732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735" name="Rectangle 173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39" name="Right Triangle 1738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43" name="Group 1742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44" name="Straight Connector 1743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1744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" name="Straight Connector 1745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1746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Straight Connector 1747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1748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Straight Connector 1749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1750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1751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" name="Straight Connector 1752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1753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Straight Connector 1754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Straight Connector 1755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" name="Straight Connector 1756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1757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" name="Straight Connector 1758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1759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" name="Straight Connector 1760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1761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1762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Straight Connector 1763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Straight Connector 1764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Straight Connector 1765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Straight Connector 1766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1767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Straight Connector 1768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1769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1" name="Straight Connector 1770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2" name="Straight Connector 1771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732348"/>
            <a:ext cx="4419600" cy="22407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DEVICE USAGE 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Insights</a:t>
            </a:r>
          </a:p>
          <a:p>
            <a:pPr marL="228600" marR="0" lvl="0" indent="-2286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r>
              <a:rPr lang="en-US">
                <a:solidFill>
                  <a:schemeClr val="tx2"/>
                </a:solidFill>
              </a:rPr>
              <a:t>Mobile contributes most to screen time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7" descr="A pie chart with text on it&#10;&#10;Description automatically generated">
            <a:extLst>
              <a:ext uri="{FF2B5EF4-FFF2-40B4-BE49-F238E27FC236}">
                <a16:creationId xmlns:a16="http://schemas.microsoft.com/office/drawing/2014/main" id="{0B75CC21-308A-8B0F-18F1-F0E3F6755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767" y="1158818"/>
            <a:ext cx="6795701" cy="468903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38905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Rectangle 177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80" name="Group 177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81" name="Straight Connector 17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Straight Connector 17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Straight Connector 17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17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Straight Connector 17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17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17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8" name="Straight Connector 178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Straight Connector 178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Straight Connector 178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Straight Connector 179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Straight Connector 179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Straight Connector 179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179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5" name="Straight Connector 179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179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7" name="Straight Connector 179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8" name="Straight Connector 179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9" name="Straight Connector 179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179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Straight Connector 180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Straight Connector 180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180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4" name="Straight Connector 180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5" name="Straight Connector 180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6" name="Straight Connector 180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7" name="Straight Connector 180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8" name="Straight Connector 180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9" name="Straight Connector 180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1" name="Freeform: Shape 181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3" name="Freeform: Shape 181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5" name="Rectangle 1814">
            <a:extLst>
              <a:ext uri="{FF2B5EF4-FFF2-40B4-BE49-F238E27FC236}">
                <a16:creationId xmlns:a16="http://schemas.microsoft.com/office/drawing/2014/main" id="{C701CD53-28FC-491C-9022-F74BE327C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817" name="Group 1816">
            <a:extLst>
              <a:ext uri="{FF2B5EF4-FFF2-40B4-BE49-F238E27FC236}">
                <a16:creationId xmlns:a16="http://schemas.microsoft.com/office/drawing/2014/main" id="{BC25D6CE-B5F2-4E0D-894F-9521E2433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18" name="Straight Connector 1817">
              <a:extLst>
                <a:ext uri="{FF2B5EF4-FFF2-40B4-BE49-F238E27FC236}">
                  <a16:creationId xmlns:a16="http://schemas.microsoft.com/office/drawing/2014/main" id="{B4FAEE13-B57A-42F4-8B4C-A7E31E98B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9" name="Straight Connector 1818">
              <a:extLst>
                <a:ext uri="{FF2B5EF4-FFF2-40B4-BE49-F238E27FC236}">
                  <a16:creationId xmlns:a16="http://schemas.microsoft.com/office/drawing/2014/main" id="{36FD4E3B-38F9-4574-9095-47B609AB2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0" name="Straight Connector 1819">
              <a:extLst>
                <a:ext uri="{FF2B5EF4-FFF2-40B4-BE49-F238E27FC236}">
                  <a16:creationId xmlns:a16="http://schemas.microsoft.com/office/drawing/2014/main" id="{36CE41A1-EB3F-4840-8ACE-3EF73C19E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1" name="Straight Connector 1820">
              <a:extLst>
                <a:ext uri="{FF2B5EF4-FFF2-40B4-BE49-F238E27FC236}">
                  <a16:creationId xmlns:a16="http://schemas.microsoft.com/office/drawing/2014/main" id="{FAB8B661-BD44-40C0-9B98-4B4DBDBD3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Straight Connector 1821">
              <a:extLst>
                <a:ext uri="{FF2B5EF4-FFF2-40B4-BE49-F238E27FC236}">
                  <a16:creationId xmlns:a16="http://schemas.microsoft.com/office/drawing/2014/main" id="{FECC28A1-79A1-4F9D-AAF1-47D642489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Straight Connector 1822">
              <a:extLst>
                <a:ext uri="{FF2B5EF4-FFF2-40B4-BE49-F238E27FC236}">
                  <a16:creationId xmlns:a16="http://schemas.microsoft.com/office/drawing/2014/main" id="{C601FD91-5FAC-499E-8D9A-9677877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Straight Connector 1823">
              <a:extLst>
                <a:ext uri="{FF2B5EF4-FFF2-40B4-BE49-F238E27FC236}">
                  <a16:creationId xmlns:a16="http://schemas.microsoft.com/office/drawing/2014/main" id="{98B98376-AE21-4ADF-8EFF-189F81407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1824">
              <a:extLst>
                <a:ext uri="{FF2B5EF4-FFF2-40B4-BE49-F238E27FC236}">
                  <a16:creationId xmlns:a16="http://schemas.microsoft.com/office/drawing/2014/main" id="{FB5DACE9-70B0-4CAF-A216-AC704A513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1825">
              <a:extLst>
                <a:ext uri="{FF2B5EF4-FFF2-40B4-BE49-F238E27FC236}">
                  <a16:creationId xmlns:a16="http://schemas.microsoft.com/office/drawing/2014/main" id="{4113450E-4023-4BA4-A3D4-E32C0B3F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Straight Connector 1826">
              <a:extLst>
                <a:ext uri="{FF2B5EF4-FFF2-40B4-BE49-F238E27FC236}">
                  <a16:creationId xmlns:a16="http://schemas.microsoft.com/office/drawing/2014/main" id="{4B3EDD59-155A-421E-8250-55A5E3188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8" name="Straight Connector 1827">
              <a:extLst>
                <a:ext uri="{FF2B5EF4-FFF2-40B4-BE49-F238E27FC236}">
                  <a16:creationId xmlns:a16="http://schemas.microsoft.com/office/drawing/2014/main" id="{B9913D27-A66C-4C2A-968B-DE97A9B4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9" name="Straight Connector 1828">
              <a:extLst>
                <a:ext uri="{FF2B5EF4-FFF2-40B4-BE49-F238E27FC236}">
                  <a16:creationId xmlns:a16="http://schemas.microsoft.com/office/drawing/2014/main" id="{BBC33CCA-C456-41C7-9AE9-66EEAEAB5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0" name="Straight Connector 1829">
              <a:extLst>
                <a:ext uri="{FF2B5EF4-FFF2-40B4-BE49-F238E27FC236}">
                  <a16:creationId xmlns:a16="http://schemas.microsoft.com/office/drawing/2014/main" id="{F269BA35-2287-449A-9C3A-854BC3F7C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" name="Straight Connector 1830">
              <a:extLst>
                <a:ext uri="{FF2B5EF4-FFF2-40B4-BE49-F238E27FC236}">
                  <a16:creationId xmlns:a16="http://schemas.microsoft.com/office/drawing/2014/main" id="{C347F624-0A13-4AB8-AD09-F44DB01D9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1831">
              <a:extLst>
                <a:ext uri="{FF2B5EF4-FFF2-40B4-BE49-F238E27FC236}">
                  <a16:creationId xmlns:a16="http://schemas.microsoft.com/office/drawing/2014/main" id="{5A27126F-B8E2-46DF-9183-2882F7B44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Straight Connector 1832">
              <a:extLst>
                <a:ext uri="{FF2B5EF4-FFF2-40B4-BE49-F238E27FC236}">
                  <a16:creationId xmlns:a16="http://schemas.microsoft.com/office/drawing/2014/main" id="{F9A014C1-4C01-4DD4-913C-143C03FAA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Straight Connector 1833">
              <a:extLst>
                <a:ext uri="{FF2B5EF4-FFF2-40B4-BE49-F238E27FC236}">
                  <a16:creationId xmlns:a16="http://schemas.microsoft.com/office/drawing/2014/main" id="{92535D18-5B5A-479B-9D1F-9D5D4D11D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1834">
              <a:extLst>
                <a:ext uri="{FF2B5EF4-FFF2-40B4-BE49-F238E27FC236}">
                  <a16:creationId xmlns:a16="http://schemas.microsoft.com/office/drawing/2014/main" id="{5A8071C6-FA9E-478C-8592-8B6BBEFAE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Straight Connector 1835">
              <a:extLst>
                <a:ext uri="{FF2B5EF4-FFF2-40B4-BE49-F238E27FC236}">
                  <a16:creationId xmlns:a16="http://schemas.microsoft.com/office/drawing/2014/main" id="{7DB22494-68A3-4667-9EFA-CC2340589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Straight Connector 1836">
              <a:extLst>
                <a:ext uri="{FF2B5EF4-FFF2-40B4-BE49-F238E27FC236}">
                  <a16:creationId xmlns:a16="http://schemas.microsoft.com/office/drawing/2014/main" id="{F290FA2C-0D13-416D-B70B-76E541CA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Straight Connector 1837">
              <a:extLst>
                <a:ext uri="{FF2B5EF4-FFF2-40B4-BE49-F238E27FC236}">
                  <a16:creationId xmlns:a16="http://schemas.microsoft.com/office/drawing/2014/main" id="{CB083CC1-0DB7-489B-876F-2E9ABC37F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Straight Connector 1838">
              <a:extLst>
                <a:ext uri="{FF2B5EF4-FFF2-40B4-BE49-F238E27FC236}">
                  <a16:creationId xmlns:a16="http://schemas.microsoft.com/office/drawing/2014/main" id="{0F9C39F9-AC1B-4B07-9506-7CE368982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0" name="Straight Connector 1839">
              <a:extLst>
                <a:ext uri="{FF2B5EF4-FFF2-40B4-BE49-F238E27FC236}">
                  <a16:creationId xmlns:a16="http://schemas.microsoft.com/office/drawing/2014/main" id="{5D5E4589-1264-4ADA-960F-23B496012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1840">
              <a:extLst>
                <a:ext uri="{FF2B5EF4-FFF2-40B4-BE49-F238E27FC236}">
                  <a16:creationId xmlns:a16="http://schemas.microsoft.com/office/drawing/2014/main" id="{C719F3D3-010B-4565-B6C8-9E975FF71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2" name="Straight Connector 1841">
              <a:extLst>
                <a:ext uri="{FF2B5EF4-FFF2-40B4-BE49-F238E27FC236}">
                  <a16:creationId xmlns:a16="http://schemas.microsoft.com/office/drawing/2014/main" id="{E0B80ED3-4FB2-4B4B-BD00-392EA45D2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" name="Straight Connector 1842">
              <a:extLst>
                <a:ext uri="{FF2B5EF4-FFF2-40B4-BE49-F238E27FC236}">
                  <a16:creationId xmlns:a16="http://schemas.microsoft.com/office/drawing/2014/main" id="{B7C5B764-679D-4049-99AE-B23985979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Straight Connector 1843">
              <a:extLst>
                <a:ext uri="{FF2B5EF4-FFF2-40B4-BE49-F238E27FC236}">
                  <a16:creationId xmlns:a16="http://schemas.microsoft.com/office/drawing/2014/main" id="{BE340E87-53FC-4F62-8A49-D8F292366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Straight Connector 1844">
              <a:extLst>
                <a:ext uri="{FF2B5EF4-FFF2-40B4-BE49-F238E27FC236}">
                  <a16:creationId xmlns:a16="http://schemas.microsoft.com/office/drawing/2014/main" id="{C1528898-B883-48F0-B62E-660D4282B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1845">
              <a:extLst>
                <a:ext uri="{FF2B5EF4-FFF2-40B4-BE49-F238E27FC236}">
                  <a16:creationId xmlns:a16="http://schemas.microsoft.com/office/drawing/2014/main" id="{18CE4872-CDA7-4F63-9B3D-DF1CFC634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8" name="Freeform: Shape 1847">
            <a:extLst>
              <a:ext uri="{FF2B5EF4-FFF2-40B4-BE49-F238E27FC236}">
                <a16:creationId xmlns:a16="http://schemas.microsoft.com/office/drawing/2014/main" id="{F9B84E06-1DBF-4F55-9B5E-F2F1E38EB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850" name="Group 1849">
            <a:extLst>
              <a:ext uri="{FF2B5EF4-FFF2-40B4-BE49-F238E27FC236}">
                <a16:creationId xmlns:a16="http://schemas.microsoft.com/office/drawing/2014/main" id="{2D739D9D-4A11-49F5-B045-708F7DED1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51" name="Straight Connector 1850">
              <a:extLst>
                <a:ext uri="{FF2B5EF4-FFF2-40B4-BE49-F238E27FC236}">
                  <a16:creationId xmlns:a16="http://schemas.microsoft.com/office/drawing/2014/main" id="{373AA755-E8F6-4691-A61E-FEBAAAF58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" name="Straight Connector 1851">
              <a:extLst>
                <a:ext uri="{FF2B5EF4-FFF2-40B4-BE49-F238E27FC236}">
                  <a16:creationId xmlns:a16="http://schemas.microsoft.com/office/drawing/2014/main" id="{5EA27C2C-E20B-48C0-A55F-CE58B267A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1852">
              <a:extLst>
                <a:ext uri="{FF2B5EF4-FFF2-40B4-BE49-F238E27FC236}">
                  <a16:creationId xmlns:a16="http://schemas.microsoft.com/office/drawing/2014/main" id="{FDAB4220-FF0A-46E7-A074-A5E6C236D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" name="Straight Connector 1853">
              <a:extLst>
                <a:ext uri="{FF2B5EF4-FFF2-40B4-BE49-F238E27FC236}">
                  <a16:creationId xmlns:a16="http://schemas.microsoft.com/office/drawing/2014/main" id="{392821D4-1F6A-43A4-BD55-E99560DB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B70B7024-4644-41B1-B5FD-671FEBEBF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Straight Connector 1855">
              <a:extLst>
                <a:ext uri="{FF2B5EF4-FFF2-40B4-BE49-F238E27FC236}">
                  <a16:creationId xmlns:a16="http://schemas.microsoft.com/office/drawing/2014/main" id="{DCE360C4-C466-44C4-A2E3-4CF21EBB9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1856">
              <a:extLst>
                <a:ext uri="{FF2B5EF4-FFF2-40B4-BE49-F238E27FC236}">
                  <a16:creationId xmlns:a16="http://schemas.microsoft.com/office/drawing/2014/main" id="{83A2C5B3-1CE2-480F-94DF-593AF087C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3DCA777C-634D-4BFD-B193-B3D6A785B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1858">
              <a:extLst>
                <a:ext uri="{FF2B5EF4-FFF2-40B4-BE49-F238E27FC236}">
                  <a16:creationId xmlns:a16="http://schemas.microsoft.com/office/drawing/2014/main" id="{CC660B4E-2D12-45DF-A8C3-01BBE2F84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713A507C-D667-425C-BC17-37A754AAD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1860">
              <a:extLst>
                <a:ext uri="{FF2B5EF4-FFF2-40B4-BE49-F238E27FC236}">
                  <a16:creationId xmlns:a16="http://schemas.microsoft.com/office/drawing/2014/main" id="{18D90C4A-4AFD-4F87-8417-04E71FB3D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7E7930D7-6A2B-42BA-9A47-33181C44F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1862">
              <a:extLst>
                <a:ext uri="{FF2B5EF4-FFF2-40B4-BE49-F238E27FC236}">
                  <a16:creationId xmlns:a16="http://schemas.microsoft.com/office/drawing/2014/main" id="{BDF58043-B333-44B7-B352-7864DE1BE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61DCA8E6-E862-474B-93E7-8B8193022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1864">
              <a:extLst>
                <a:ext uri="{FF2B5EF4-FFF2-40B4-BE49-F238E27FC236}">
                  <a16:creationId xmlns:a16="http://schemas.microsoft.com/office/drawing/2014/main" id="{F5F98343-EECC-41EE-A45E-67ED9C0A7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Straight Connector 1865">
              <a:extLst>
                <a:ext uri="{FF2B5EF4-FFF2-40B4-BE49-F238E27FC236}">
                  <a16:creationId xmlns:a16="http://schemas.microsoft.com/office/drawing/2014/main" id="{0CF235E0-BD16-47B9-838D-3EFF87F05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Straight Connector 1866">
              <a:extLst>
                <a:ext uri="{FF2B5EF4-FFF2-40B4-BE49-F238E27FC236}">
                  <a16:creationId xmlns:a16="http://schemas.microsoft.com/office/drawing/2014/main" id="{75DBD286-FD7F-41A0-B09B-ADE92217F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1DF6B11E-5507-4440-B56A-83C4B3994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Connector 1868">
              <a:extLst>
                <a:ext uri="{FF2B5EF4-FFF2-40B4-BE49-F238E27FC236}">
                  <a16:creationId xmlns:a16="http://schemas.microsoft.com/office/drawing/2014/main" id="{BF2EA945-C41F-4B30-AD99-C7454FD1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1869">
              <a:extLst>
                <a:ext uri="{FF2B5EF4-FFF2-40B4-BE49-F238E27FC236}">
                  <a16:creationId xmlns:a16="http://schemas.microsoft.com/office/drawing/2014/main" id="{62902474-D243-40DF-A382-E3F47769A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Connector 1870">
              <a:extLst>
                <a:ext uri="{FF2B5EF4-FFF2-40B4-BE49-F238E27FC236}">
                  <a16:creationId xmlns:a16="http://schemas.microsoft.com/office/drawing/2014/main" id="{C6442AB6-AEBB-4E32-83DC-806F5DAA1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349EA146-1867-476A-A0E1-5A3AC2A7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91CAC92A-483B-4C52-B71F-95B6C0498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1873">
              <a:extLst>
                <a:ext uri="{FF2B5EF4-FFF2-40B4-BE49-F238E27FC236}">
                  <a16:creationId xmlns:a16="http://schemas.microsoft.com/office/drawing/2014/main" id="{6265B398-32C6-4184-8BC2-233C96252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7A128F4C-95B5-4306-9876-D5F9672C3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Straight Connector 1875">
              <a:extLst>
                <a:ext uri="{FF2B5EF4-FFF2-40B4-BE49-F238E27FC236}">
                  <a16:creationId xmlns:a16="http://schemas.microsoft.com/office/drawing/2014/main" id="{8D3663D8-D19D-4248-B7B8-CA2733B4E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Straight Connector 1876">
              <a:extLst>
                <a:ext uri="{FF2B5EF4-FFF2-40B4-BE49-F238E27FC236}">
                  <a16:creationId xmlns:a16="http://schemas.microsoft.com/office/drawing/2014/main" id="{6704CEA6-B9DA-4499-A894-1F4BB5247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87AAE972-FFA8-4F9F-94E4-CF6C66653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1878">
              <a:extLst>
                <a:ext uri="{FF2B5EF4-FFF2-40B4-BE49-F238E27FC236}">
                  <a16:creationId xmlns:a16="http://schemas.microsoft.com/office/drawing/2014/main" id="{4580DF83-1906-4979-8E31-8EDB5FD4D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881" name="Rectangle 1880">
            <a:extLst>
              <a:ext uri="{FF2B5EF4-FFF2-40B4-BE49-F238E27FC236}">
                <a16:creationId xmlns:a16="http://schemas.microsoft.com/office/drawing/2014/main" id="{8E7E1993-6448-42F8-8FB3-76104F45B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83" name="Rectangle 1882">
            <a:extLst>
              <a:ext uri="{FF2B5EF4-FFF2-40B4-BE49-F238E27FC236}">
                <a16:creationId xmlns:a16="http://schemas.microsoft.com/office/drawing/2014/main" id="{942B1D20-D329-4285-AED2-DABDCE902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85" name="Rectangle 1884">
            <a:extLst>
              <a:ext uri="{FF2B5EF4-FFF2-40B4-BE49-F238E27FC236}">
                <a16:creationId xmlns:a16="http://schemas.microsoft.com/office/drawing/2014/main" id="{B9016B79-9C59-4CEA-A85C-3E4C8877B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87" name="Right Triangle 1886">
            <a:extLst>
              <a:ext uri="{FF2B5EF4-FFF2-40B4-BE49-F238E27FC236}">
                <a16:creationId xmlns:a16="http://schemas.microsoft.com/office/drawing/2014/main" id="{2391C84E-C2EA-44FC-A7D1-FAE3E285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89" name="Group 1888">
            <a:extLst>
              <a:ext uri="{FF2B5EF4-FFF2-40B4-BE49-F238E27FC236}">
                <a16:creationId xmlns:a16="http://schemas.microsoft.com/office/drawing/2014/main" id="{47B3131A-B518-43E5-A896-E9D654A4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90" name="Straight Connector 1889">
              <a:extLst>
                <a:ext uri="{FF2B5EF4-FFF2-40B4-BE49-F238E27FC236}">
                  <a16:creationId xmlns:a16="http://schemas.microsoft.com/office/drawing/2014/main" id="{476355E6-7A00-4B30-A47B-80EF0D0D6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Straight Connector 1890">
              <a:extLst>
                <a:ext uri="{FF2B5EF4-FFF2-40B4-BE49-F238E27FC236}">
                  <a16:creationId xmlns:a16="http://schemas.microsoft.com/office/drawing/2014/main" id="{97D0B06C-9FFD-42E8-B19F-062C248CD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2" name="Straight Connector 1891">
              <a:extLst>
                <a:ext uri="{FF2B5EF4-FFF2-40B4-BE49-F238E27FC236}">
                  <a16:creationId xmlns:a16="http://schemas.microsoft.com/office/drawing/2014/main" id="{95291278-5FDA-45C6-B93E-1FA6D9130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3" name="Straight Connector 1892">
              <a:extLst>
                <a:ext uri="{FF2B5EF4-FFF2-40B4-BE49-F238E27FC236}">
                  <a16:creationId xmlns:a16="http://schemas.microsoft.com/office/drawing/2014/main" id="{FFF95DF7-BFEE-4791-A691-BAF693F3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1893">
              <a:extLst>
                <a:ext uri="{FF2B5EF4-FFF2-40B4-BE49-F238E27FC236}">
                  <a16:creationId xmlns:a16="http://schemas.microsoft.com/office/drawing/2014/main" id="{C7C504F1-5AA9-45F5-9030-2253388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5" name="Straight Connector 1894">
              <a:extLst>
                <a:ext uri="{FF2B5EF4-FFF2-40B4-BE49-F238E27FC236}">
                  <a16:creationId xmlns:a16="http://schemas.microsoft.com/office/drawing/2014/main" id="{ED75999E-3496-4713-8046-AC17DB266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6" name="Straight Connector 1895">
              <a:extLst>
                <a:ext uri="{FF2B5EF4-FFF2-40B4-BE49-F238E27FC236}">
                  <a16:creationId xmlns:a16="http://schemas.microsoft.com/office/drawing/2014/main" id="{06B91000-D71E-40A8-AA8F-E9BB106A8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1896">
              <a:extLst>
                <a:ext uri="{FF2B5EF4-FFF2-40B4-BE49-F238E27FC236}">
                  <a16:creationId xmlns:a16="http://schemas.microsoft.com/office/drawing/2014/main" id="{9A9D188E-6FDB-47DE-A5FB-728E56BD0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8" name="Straight Connector 1897">
              <a:extLst>
                <a:ext uri="{FF2B5EF4-FFF2-40B4-BE49-F238E27FC236}">
                  <a16:creationId xmlns:a16="http://schemas.microsoft.com/office/drawing/2014/main" id="{DD98C242-C677-4CF5-A189-52C3ADAF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9" name="Straight Connector 1898">
              <a:extLst>
                <a:ext uri="{FF2B5EF4-FFF2-40B4-BE49-F238E27FC236}">
                  <a16:creationId xmlns:a16="http://schemas.microsoft.com/office/drawing/2014/main" id="{A9D7CD7F-137F-42DC-AFFA-52D9B8DF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1899">
              <a:extLst>
                <a:ext uri="{FF2B5EF4-FFF2-40B4-BE49-F238E27FC236}">
                  <a16:creationId xmlns:a16="http://schemas.microsoft.com/office/drawing/2014/main" id="{9E3C1C05-EF55-47B3-B1D8-54911633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1" name="Straight Connector 1900">
              <a:extLst>
                <a:ext uri="{FF2B5EF4-FFF2-40B4-BE49-F238E27FC236}">
                  <a16:creationId xmlns:a16="http://schemas.microsoft.com/office/drawing/2014/main" id="{8E6BE961-4385-4384-B028-D57AA88EF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Straight Connector 1901">
              <a:extLst>
                <a:ext uri="{FF2B5EF4-FFF2-40B4-BE49-F238E27FC236}">
                  <a16:creationId xmlns:a16="http://schemas.microsoft.com/office/drawing/2014/main" id="{F98288B9-9DC0-41DF-BDC2-329675E14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3" name="Straight Connector 1902">
              <a:extLst>
                <a:ext uri="{FF2B5EF4-FFF2-40B4-BE49-F238E27FC236}">
                  <a16:creationId xmlns:a16="http://schemas.microsoft.com/office/drawing/2014/main" id="{AA97B8C6-FF63-4B6A-913C-50CB2EB7B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4" name="Straight Connector 1903">
              <a:extLst>
                <a:ext uri="{FF2B5EF4-FFF2-40B4-BE49-F238E27FC236}">
                  <a16:creationId xmlns:a16="http://schemas.microsoft.com/office/drawing/2014/main" id="{F3734427-CEE3-45F9-8CDE-7DC289716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5" name="Straight Connector 1904">
              <a:extLst>
                <a:ext uri="{FF2B5EF4-FFF2-40B4-BE49-F238E27FC236}">
                  <a16:creationId xmlns:a16="http://schemas.microsoft.com/office/drawing/2014/main" id="{F5443404-2D71-4E54-86D6-DB0D769AA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1905">
              <a:extLst>
                <a:ext uri="{FF2B5EF4-FFF2-40B4-BE49-F238E27FC236}">
                  <a16:creationId xmlns:a16="http://schemas.microsoft.com/office/drawing/2014/main" id="{5C94E908-A14E-4E7A-B4FC-BB9D82FD0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Straight Connector 1906">
              <a:extLst>
                <a:ext uri="{FF2B5EF4-FFF2-40B4-BE49-F238E27FC236}">
                  <a16:creationId xmlns:a16="http://schemas.microsoft.com/office/drawing/2014/main" id="{A2E257B4-59EA-43CC-A20C-D2755D26B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1907">
              <a:extLst>
                <a:ext uri="{FF2B5EF4-FFF2-40B4-BE49-F238E27FC236}">
                  <a16:creationId xmlns:a16="http://schemas.microsoft.com/office/drawing/2014/main" id="{11037FBF-2F84-4578-9624-4E6D10766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Straight Connector 1908">
              <a:extLst>
                <a:ext uri="{FF2B5EF4-FFF2-40B4-BE49-F238E27FC236}">
                  <a16:creationId xmlns:a16="http://schemas.microsoft.com/office/drawing/2014/main" id="{526E3BDC-D7FC-4C7E-9F35-1D05C9D54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1909">
              <a:extLst>
                <a:ext uri="{FF2B5EF4-FFF2-40B4-BE49-F238E27FC236}">
                  <a16:creationId xmlns:a16="http://schemas.microsoft.com/office/drawing/2014/main" id="{4E39965B-216F-478B-8653-0F7B877C0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Straight Connector 1910">
              <a:extLst>
                <a:ext uri="{FF2B5EF4-FFF2-40B4-BE49-F238E27FC236}">
                  <a16:creationId xmlns:a16="http://schemas.microsoft.com/office/drawing/2014/main" id="{E2116FC6-1CFC-4E87-8431-E7833BFB7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1911">
              <a:extLst>
                <a:ext uri="{FF2B5EF4-FFF2-40B4-BE49-F238E27FC236}">
                  <a16:creationId xmlns:a16="http://schemas.microsoft.com/office/drawing/2014/main" id="{97829DA6-D97C-490E-BEEF-83832787D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Straight Connector 1912">
              <a:extLst>
                <a:ext uri="{FF2B5EF4-FFF2-40B4-BE49-F238E27FC236}">
                  <a16:creationId xmlns:a16="http://schemas.microsoft.com/office/drawing/2014/main" id="{9495B6D3-A3B6-4636-A210-AFC128284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4" name="Straight Connector 1913">
              <a:extLst>
                <a:ext uri="{FF2B5EF4-FFF2-40B4-BE49-F238E27FC236}">
                  <a16:creationId xmlns:a16="http://schemas.microsoft.com/office/drawing/2014/main" id="{A2462476-3252-49A1-93CE-4FA22B830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1914">
              <a:extLst>
                <a:ext uri="{FF2B5EF4-FFF2-40B4-BE49-F238E27FC236}">
                  <a16:creationId xmlns:a16="http://schemas.microsoft.com/office/drawing/2014/main" id="{E3C18803-7708-483D-8CE3-0992784BB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6" name="Straight Connector 1915">
              <a:extLst>
                <a:ext uri="{FF2B5EF4-FFF2-40B4-BE49-F238E27FC236}">
                  <a16:creationId xmlns:a16="http://schemas.microsoft.com/office/drawing/2014/main" id="{8B4024AE-5222-4804-AA42-E7A4C0B97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1916">
              <a:extLst>
                <a:ext uri="{FF2B5EF4-FFF2-40B4-BE49-F238E27FC236}">
                  <a16:creationId xmlns:a16="http://schemas.microsoft.com/office/drawing/2014/main" id="{414FBE75-ECC4-4BB7-92B2-74D6CF686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8" name="Straight Connector 1917">
              <a:extLst>
                <a:ext uri="{FF2B5EF4-FFF2-40B4-BE49-F238E27FC236}">
                  <a16:creationId xmlns:a16="http://schemas.microsoft.com/office/drawing/2014/main" id="{F7061C60-9F4E-4144-B974-AFB802AF4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720772"/>
            <a:ext cx="3733078" cy="55310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latin typeface="+mj-lt"/>
                <a:ea typeface="+mj-ea"/>
                <a:cs typeface="+mj-cs"/>
              </a:rPr>
              <a:t>Key insights </a:t>
            </a:r>
          </a:p>
        </p:txBody>
      </p:sp>
      <p:sp>
        <p:nvSpPr>
          <p:cNvPr id="1920" name="Flowchart: Document 8">
            <a:extLst>
              <a:ext uri="{FF2B5EF4-FFF2-40B4-BE49-F238E27FC236}">
                <a16:creationId xmlns:a16="http://schemas.microsoft.com/office/drawing/2014/main" id="{6B91DA8E-00B5-4214-AFE5-535E4705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85106" y="-46550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1774" name="TextBox 3">
            <a:extLst>
              <a:ext uri="{FF2B5EF4-FFF2-40B4-BE49-F238E27FC236}">
                <a16:creationId xmlns:a16="http://schemas.microsoft.com/office/drawing/2014/main" id="{35247903-36EB-55A4-708D-898271CD6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379502"/>
              </p:ext>
            </p:extLst>
          </p:nvPr>
        </p:nvGraphicFramePr>
        <p:xfrm>
          <a:off x="5165512" y="185047"/>
          <a:ext cx="6831118" cy="60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53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Rectangle 177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80" name="Group 177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81" name="Straight Connector 17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Straight Connector 17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Straight Connector 17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17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Straight Connector 17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17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17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8" name="Straight Connector 178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Straight Connector 178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Straight Connector 178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Straight Connector 179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Straight Connector 179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Straight Connector 179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179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5" name="Straight Connector 179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179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7" name="Straight Connector 179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8" name="Straight Connector 179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9" name="Straight Connector 179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179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Straight Connector 180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Straight Connector 180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180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4" name="Straight Connector 180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5" name="Straight Connector 180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6" name="Straight Connector 180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7" name="Straight Connector 180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8" name="Straight Connector 180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9" name="Straight Connector 180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1" name="Freeform: Shape 181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3" name="Freeform: Shape 181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5" name="Freeform: Shape 1814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17" name="Group 1816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18" name="Straight Connector 1817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9" name="Straight Connector 1818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0" name="Straight Connector 1819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1" name="Straight Connector 1820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Straight Connector 1821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Straight Connector 1822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Straight Connector 1823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1824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1825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Straight Connector 1826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8" name="Straight Connector 1827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9" name="Straight Connector 1828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0" name="Straight Connector 1829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" name="Straight Connector 1830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1831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Straight Connector 1832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Straight Connector 1833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1834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Straight Connector 1835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Straight Connector 1836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Straight Connector 1837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Straight Connector 1838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0" name="Straight Connector 1839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1840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2" name="Straight Connector 1841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" name="Straight Connector 1842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Straight Connector 1843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Straight Connector 1844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1845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848" name="Rectangle 184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50" name="Rectangle 1849">
            <a:extLst>
              <a:ext uri="{FF2B5EF4-FFF2-40B4-BE49-F238E27FC236}">
                <a16:creationId xmlns:a16="http://schemas.microsoft.com/office/drawing/2014/main" id="{90B4ACB0-2B52-48C2-9BC9-553BE735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52" name="Right Triangle 185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54" name="Group 1853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855" name="Straight Connector 1854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Straight Connector 1855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1856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1857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1858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1860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1861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1862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1864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Straight Connector 1865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Straight Connector 1866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1867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Connector 1868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1869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Connector 1870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1872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1873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1874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Straight Connector 1875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Straight Connector 1876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1878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0" name="Straight Connector 1879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Straight Connector 1880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2" name="Straight Connector 1881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3" name="Straight Connector 1882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4D95D4-F590-BCDF-3F41-B3B88BFA3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28907"/>
            <a:ext cx="4952999" cy="224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chemeClr val="tx2"/>
                </a:solidFill>
              </a:rPr>
              <a:t>Conclusion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BABC4-FE1A-F953-DE80-2EEED3FB6E87}"/>
              </a:ext>
            </a:extLst>
          </p:cNvPr>
          <p:cNvSpPr txBox="1"/>
          <p:nvPr/>
        </p:nvSpPr>
        <p:spPr>
          <a:xfrm>
            <a:off x="457200" y="3264832"/>
            <a:ext cx="4952999" cy="300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Student performance is strongly influenced by daily habits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Excessive screen time and social media reduce productivity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Proper sleep and focused study improve performance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Managing these factors can significantly improve outcomes</a:t>
            </a:r>
          </a:p>
        </p:txBody>
      </p:sp>
      <p:pic>
        <p:nvPicPr>
          <p:cNvPr id="1774" name="Picture 1773" descr="One in a crowd">
            <a:extLst>
              <a:ext uri="{FF2B5EF4-FFF2-40B4-BE49-F238E27FC236}">
                <a16:creationId xmlns:a16="http://schemas.microsoft.com/office/drawing/2014/main" id="{3A52D0C2-AF74-D3D1-3255-9225692AC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57" r="13666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50C8C17-90D3-8164-96C6-71B2311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3264832"/>
            <a:ext cx="4419600" cy="2983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92273F-43A4-BEB4-7A7B-02403014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64832"/>
            <a:ext cx="5410199" cy="2980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base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031449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513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Avenir Next LT Pro</vt:lpstr>
      <vt:lpstr>Posterama</vt:lpstr>
      <vt:lpstr>SineVTI</vt:lpstr>
      <vt:lpstr>Student Productivity &amp; Cognitive Efficiency Analysis Using EDA &amp; Power BI</vt:lpstr>
      <vt:lpstr>Introduction: In today’s digital era, students spend significant time on devices  This affects: Focus Cognitive ability Productivity Need for data-driven understanding </vt:lpstr>
      <vt:lpstr>PROBLEM STATEMENT  </vt:lpstr>
      <vt:lpstr>OBJECTIVES Analyze screen time vs cognitive score Study sleep impact on performance Evaluate stress effect on productivity Provide recommendations </vt:lpstr>
      <vt:lpstr>TOOLS &amp; TECHNOLOGIES  </vt:lpstr>
      <vt:lpstr>EDA PROCESS (FROM YOUR FILE) </vt:lpstr>
      <vt:lpstr>Note: Dependent variable target productivity  Independent variable-&gt;screen_time_hours, sleep_hours ,social_media_hours, study_hours. intermediate variable Coginitive_test_score </vt:lpstr>
      <vt:lpstr> 1.  CORRELATION HEATMAP  </vt:lpstr>
      <vt:lpstr>KPI DASHBOARD</vt:lpstr>
      <vt:lpstr>Screen Time on Cognitive Performance</vt:lpstr>
      <vt:lpstr>SCREEN TIME CATEGORY ANALYSIS</vt:lpstr>
      <vt:lpstr>SLEEP ANALYSIS</vt:lpstr>
      <vt:lpstr>STRESS ANALYSIS</vt:lpstr>
      <vt:lpstr>DEVICE USAGE </vt:lpstr>
      <vt:lpstr>Key insights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Productivity &amp; Cognitive Efficiency Analysis Using EDA &amp; Power BI</dc:title>
  <dc:creator>Puttoor Yuvaratna Reddy</dc:creator>
  <cp:lastModifiedBy>Puttoor Yuvaratna Reddy</cp:lastModifiedBy>
  <cp:revision>2</cp:revision>
  <dcterms:created xsi:type="dcterms:W3CDTF">2026-03-17T09:02:11Z</dcterms:created>
  <dcterms:modified xsi:type="dcterms:W3CDTF">2026-03-20T04:17:47Z</dcterms:modified>
</cp:coreProperties>
</file>